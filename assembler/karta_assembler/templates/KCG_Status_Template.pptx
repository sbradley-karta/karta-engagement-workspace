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53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5"/>
    <p:sldMasterId id="2147483668" r:id="rId6"/>
    <p:sldMasterId id="2147483710" r:id="rId7"/>
    <p:sldMasterId id="2147483744" r:id="rId8"/>
  </p:sldMasterIdLst>
  <p:notesMasterIdLst>
    <p:notesMasterId r:id="rId16"/>
  </p:notesMasterIdLst>
  <p:handoutMasterIdLst>
    <p:handoutMasterId r:id="rId17"/>
  </p:handoutMasterIdLst>
  <p:sldIdLst>
    <p:sldId id="2142532674" r:id="rId9"/>
    <p:sldId id="2142532699" r:id="rId10"/>
    <p:sldId id="2142532680" r:id="rId11"/>
    <p:sldId id="2142532681" r:id="rId12"/>
    <p:sldId id="2142532700" r:id="rId13"/>
    <p:sldId id="2142532701" r:id="rId14"/>
    <p:sldId id="21425326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D8C7"/>
    <a:srgbClr val="A3B0AA"/>
    <a:srgbClr val="E7F5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318A4C-A0C5-4243-9A66-7F17F76368FE}" v="1" dt="2025-08-05T21:43:01.2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11" autoAdjust="0"/>
    <p:restoredTop sz="95679" autoAdjust="0"/>
  </p:normalViewPr>
  <p:slideViewPr>
    <p:cSldViewPr snapToGrid="0">
      <p:cViewPr varScale="1">
        <p:scale>
          <a:sx n="111" d="100"/>
          <a:sy n="111" d="100"/>
        </p:scale>
        <p:origin x="852" y="96"/>
      </p:cViewPr>
      <p:guideLst/>
    </p:cSldViewPr>
  </p:slideViewPr>
  <p:outlineViewPr>
    <p:cViewPr>
      <p:scale>
        <a:sx n="33" d="100"/>
        <a:sy n="33" d="100"/>
      </p:scale>
      <p:origin x="0" y="-3067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3499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 Evans" userId="4b842632-8c54-4bc0-bdc4-e30fbffafd6a" providerId="ADAL" clId="{854BEA9F-D173-4FB3-8D8D-01DAA49205B0}"/>
    <pc:docChg chg="undo redo custSel addSld delSld modSld sldOrd">
      <pc:chgData name="Will Evans" userId="4b842632-8c54-4bc0-bdc4-e30fbffafd6a" providerId="ADAL" clId="{854BEA9F-D173-4FB3-8D8D-01DAA49205B0}" dt="2023-08-02T03:08:02.457" v="4308" actId="47"/>
      <pc:docMkLst>
        <pc:docMk/>
      </pc:docMkLst>
      <pc:sldChg chg="ord">
        <pc:chgData name="Will Evans" userId="4b842632-8c54-4bc0-bdc4-e30fbffafd6a" providerId="ADAL" clId="{854BEA9F-D173-4FB3-8D8D-01DAA49205B0}" dt="2023-07-31T02:46:33.631" v="996"/>
        <pc:sldMkLst>
          <pc:docMk/>
          <pc:sldMk cId="2047165266" sldId="276"/>
        </pc:sldMkLst>
      </pc:sldChg>
      <pc:sldChg chg="addSp modSp del mod ord">
        <pc:chgData name="Will Evans" userId="4b842632-8c54-4bc0-bdc4-e30fbffafd6a" providerId="ADAL" clId="{854BEA9F-D173-4FB3-8D8D-01DAA49205B0}" dt="2023-08-02T03:08:02.457" v="4308" actId="47"/>
        <pc:sldMkLst>
          <pc:docMk/>
          <pc:sldMk cId="1297485189" sldId="294"/>
        </pc:sldMkLst>
      </pc:sldChg>
      <pc:sldChg chg="addSp delSp modSp add del mod ord">
        <pc:chgData name="Will Evans" userId="4b842632-8c54-4bc0-bdc4-e30fbffafd6a" providerId="ADAL" clId="{854BEA9F-D173-4FB3-8D8D-01DAA49205B0}" dt="2023-07-30T23:36:51.902" v="257"/>
        <pc:sldMkLst>
          <pc:docMk/>
          <pc:sldMk cId="3418820905" sldId="295"/>
        </pc:sldMkLst>
      </pc:sldChg>
      <pc:sldChg chg="del">
        <pc:chgData name="Will Evans" userId="4b842632-8c54-4bc0-bdc4-e30fbffafd6a" providerId="ADAL" clId="{854BEA9F-D173-4FB3-8D8D-01DAA49205B0}" dt="2023-07-30T23:27:37.610" v="56" actId="47"/>
        <pc:sldMkLst>
          <pc:docMk/>
          <pc:sldMk cId="1966322551" sldId="300"/>
        </pc:sldMkLst>
      </pc:sldChg>
      <pc:sldChg chg="modSp add del mod ord">
        <pc:chgData name="Will Evans" userId="4b842632-8c54-4bc0-bdc4-e30fbffafd6a" providerId="ADAL" clId="{854BEA9F-D173-4FB3-8D8D-01DAA49205B0}" dt="2023-08-01T02:38:15.952" v="1922" actId="47"/>
        <pc:sldMkLst>
          <pc:docMk/>
          <pc:sldMk cId="1079497127" sldId="2450"/>
        </pc:sldMkLst>
      </pc:sldChg>
      <pc:sldChg chg="ord">
        <pc:chgData name="Will Evans" userId="4b842632-8c54-4bc0-bdc4-e30fbffafd6a" providerId="ADAL" clId="{854BEA9F-D173-4FB3-8D8D-01DAA49205B0}" dt="2023-08-01T22:20:45.676" v="4049"/>
        <pc:sldMkLst>
          <pc:docMk/>
          <pc:sldMk cId="1360115277" sldId="2142532453"/>
        </pc:sldMkLst>
      </pc:sldChg>
      <pc:sldChg chg="ord">
        <pc:chgData name="Will Evans" userId="4b842632-8c54-4bc0-bdc4-e30fbffafd6a" providerId="ADAL" clId="{854BEA9F-D173-4FB3-8D8D-01DAA49205B0}" dt="2023-08-01T22:20:45.676" v="4049"/>
        <pc:sldMkLst>
          <pc:docMk/>
          <pc:sldMk cId="1913862355" sldId="2142532489"/>
        </pc:sldMkLst>
      </pc:sldChg>
      <pc:sldChg chg="addSp modSp ord">
        <pc:chgData name="Will Evans" userId="4b842632-8c54-4bc0-bdc4-e30fbffafd6a" providerId="ADAL" clId="{854BEA9F-D173-4FB3-8D8D-01DAA49205B0}" dt="2023-08-01T22:30:48.891" v="4068"/>
        <pc:sldMkLst>
          <pc:docMk/>
          <pc:sldMk cId="3823176430" sldId="2142532490"/>
        </pc:sldMkLst>
      </pc:sldChg>
      <pc:sldChg chg="addSp delSp modSp mod modTransition">
        <pc:chgData name="Will Evans" userId="4b842632-8c54-4bc0-bdc4-e30fbffafd6a" providerId="ADAL" clId="{854BEA9F-D173-4FB3-8D8D-01DAA49205B0}" dt="2023-08-01T02:50:18.867" v="2041" actId="12789"/>
        <pc:sldMkLst>
          <pc:docMk/>
          <pc:sldMk cId="2195401631" sldId="2142532666"/>
        </pc:sldMkLst>
      </pc:sldChg>
      <pc:sldChg chg="modSp mod">
        <pc:chgData name="Will Evans" userId="4b842632-8c54-4bc0-bdc4-e30fbffafd6a" providerId="ADAL" clId="{854BEA9F-D173-4FB3-8D8D-01DAA49205B0}" dt="2023-08-01T03:41:53.525" v="3212" actId="14100"/>
        <pc:sldMkLst>
          <pc:docMk/>
          <pc:sldMk cId="796036310" sldId="2142532674"/>
        </pc:sldMkLst>
      </pc:sldChg>
      <pc:sldChg chg="del">
        <pc:chgData name="Will Evans" userId="4b842632-8c54-4bc0-bdc4-e30fbffafd6a" providerId="ADAL" clId="{854BEA9F-D173-4FB3-8D8D-01DAA49205B0}" dt="2023-07-30T23:27:48.025" v="58" actId="47"/>
        <pc:sldMkLst>
          <pc:docMk/>
          <pc:sldMk cId="4095186748" sldId="2142532675"/>
        </pc:sldMkLst>
      </pc:sldChg>
      <pc:sldChg chg="del">
        <pc:chgData name="Will Evans" userId="4b842632-8c54-4bc0-bdc4-e30fbffafd6a" providerId="ADAL" clId="{854BEA9F-D173-4FB3-8D8D-01DAA49205B0}" dt="2023-07-30T23:27:49.501" v="60" actId="47"/>
        <pc:sldMkLst>
          <pc:docMk/>
          <pc:sldMk cId="2061593124" sldId="2142532676"/>
        </pc:sldMkLst>
      </pc:sldChg>
      <pc:sldChg chg="add del">
        <pc:chgData name="Will Evans" userId="4b842632-8c54-4bc0-bdc4-e30fbffafd6a" providerId="ADAL" clId="{854BEA9F-D173-4FB3-8D8D-01DAA49205B0}" dt="2023-07-31T02:46:35.870" v="997" actId="47"/>
        <pc:sldMkLst>
          <pc:docMk/>
          <pc:sldMk cId="2356062624" sldId="2142532678"/>
        </pc:sldMkLst>
      </pc:sldChg>
      <pc:sldChg chg="addSp modSp mod ord">
        <pc:chgData name="Will Evans" userId="4b842632-8c54-4bc0-bdc4-e30fbffafd6a" providerId="ADAL" clId="{854BEA9F-D173-4FB3-8D8D-01DAA49205B0}" dt="2023-07-30T23:36:54.421" v="259"/>
        <pc:sldMkLst>
          <pc:docMk/>
          <pc:sldMk cId="3766457096" sldId="2142532680"/>
        </pc:sldMkLst>
      </pc:sldChg>
      <pc:sldChg chg="addSp delSp modSp mod modNotesTx">
        <pc:chgData name="Will Evans" userId="4b842632-8c54-4bc0-bdc4-e30fbffafd6a" providerId="ADAL" clId="{854BEA9F-D173-4FB3-8D8D-01DAA49205B0}" dt="2023-08-01T22:13:17.815" v="4018" actId="20577"/>
        <pc:sldMkLst>
          <pc:docMk/>
          <pc:sldMk cId="2742760216" sldId="2142532681"/>
        </pc:sldMkLst>
      </pc:sldChg>
      <pc:sldChg chg="addSp delSp modSp new del mod modAnim">
        <pc:chgData name="Will Evans" userId="4b842632-8c54-4bc0-bdc4-e30fbffafd6a" providerId="ADAL" clId="{854BEA9F-D173-4FB3-8D8D-01DAA49205B0}" dt="2023-08-01T02:52:25.065" v="2058" actId="47"/>
        <pc:sldMkLst>
          <pc:docMk/>
          <pc:sldMk cId="882156932" sldId="2142532682"/>
        </pc:sldMkLst>
      </pc:sldChg>
      <pc:sldChg chg="new del">
        <pc:chgData name="Will Evans" userId="4b842632-8c54-4bc0-bdc4-e30fbffafd6a" providerId="ADAL" clId="{854BEA9F-D173-4FB3-8D8D-01DAA49205B0}" dt="2023-07-30T23:56:41.465" v="473" actId="680"/>
        <pc:sldMkLst>
          <pc:docMk/>
          <pc:sldMk cId="3264814956" sldId="2142532682"/>
        </pc:sldMkLst>
      </pc:sldChg>
      <pc:sldChg chg="addSp delSp modSp new mod ord">
        <pc:chgData name="Will Evans" userId="4b842632-8c54-4bc0-bdc4-e30fbffafd6a" providerId="ADAL" clId="{854BEA9F-D173-4FB3-8D8D-01DAA49205B0}" dt="2023-08-01T02:46:41.147" v="2007"/>
        <pc:sldMkLst>
          <pc:docMk/>
          <pc:sldMk cId="2205897293" sldId="2142532683"/>
        </pc:sldMkLst>
      </pc:sldChg>
      <pc:sldChg chg="addSp delSp modSp add mod ord">
        <pc:chgData name="Will Evans" userId="4b842632-8c54-4bc0-bdc4-e30fbffafd6a" providerId="ADAL" clId="{854BEA9F-D173-4FB3-8D8D-01DAA49205B0}" dt="2023-08-01T22:19:51.468" v="4035"/>
        <pc:sldMkLst>
          <pc:docMk/>
          <pc:sldMk cId="810441659" sldId="2142532684"/>
        </pc:sldMkLst>
      </pc:sldChg>
      <pc:sldChg chg="addSp delSp modSp mod modTransition modAnim">
        <pc:chgData name="Will Evans" userId="4b842632-8c54-4bc0-bdc4-e30fbffafd6a" providerId="ADAL" clId="{854BEA9F-D173-4FB3-8D8D-01DAA49205B0}" dt="2023-08-02T03:01:31.475" v="4307" actId="14100"/>
        <pc:sldMkLst>
          <pc:docMk/>
          <pc:sldMk cId="523839514" sldId="2142532685"/>
        </pc:sldMkLst>
      </pc:sldChg>
      <pc:sldChg chg="addSp delSp modSp add del mod">
        <pc:chgData name="Will Evans" userId="4b842632-8c54-4bc0-bdc4-e30fbffafd6a" providerId="ADAL" clId="{854BEA9F-D173-4FB3-8D8D-01DAA49205B0}" dt="2023-08-01T02:51:32.677" v="2053"/>
        <pc:sldMkLst>
          <pc:docMk/>
          <pc:sldMk cId="714577530" sldId="2142532685"/>
        </pc:sldMkLst>
      </pc:sldChg>
      <pc:sldChg chg="new del">
        <pc:chgData name="Will Evans" userId="4b842632-8c54-4bc0-bdc4-e30fbffafd6a" providerId="ADAL" clId="{854BEA9F-D173-4FB3-8D8D-01DAA49205B0}" dt="2023-08-01T02:50:52.586" v="2043" actId="680"/>
        <pc:sldMkLst>
          <pc:docMk/>
          <pc:sldMk cId="2108610242" sldId="2142532685"/>
        </pc:sldMkLst>
      </pc:sldChg>
      <pc:sldChg chg="modSp del mod">
        <pc:chgData name="Will Evans" userId="4b842632-8c54-4bc0-bdc4-e30fbffafd6a" providerId="ADAL" clId="{854BEA9F-D173-4FB3-8D8D-01DAA49205B0}" dt="2023-08-01T03:39:33.203" v="3141" actId="47"/>
        <pc:sldMkLst>
          <pc:docMk/>
          <pc:sldMk cId="1501118144" sldId="2142532686"/>
        </pc:sldMkLst>
      </pc:sldChg>
      <pc:sldChg chg="addSp delSp modSp new mod">
        <pc:chgData name="Will Evans" userId="4b842632-8c54-4bc0-bdc4-e30fbffafd6a" providerId="ADAL" clId="{854BEA9F-D173-4FB3-8D8D-01DAA49205B0}" dt="2023-08-01T03:58:00.267" v="3934" actId="14100"/>
        <pc:sldMkLst>
          <pc:docMk/>
          <pc:sldMk cId="2185460718" sldId="2142532686"/>
        </pc:sldMkLst>
      </pc:sldChg>
      <pc:sldChg chg="del">
        <pc:chgData name="Will Evans" userId="4b842632-8c54-4bc0-bdc4-e30fbffafd6a" providerId="ADAL" clId="{854BEA9F-D173-4FB3-8D8D-01DAA49205B0}" dt="2023-07-30T23:27:46.419" v="57" actId="47"/>
        <pc:sldMkLst>
          <pc:docMk/>
          <pc:sldMk cId="1051686798" sldId="2142532689"/>
        </pc:sldMkLst>
      </pc:sldChg>
      <pc:sldChg chg="del">
        <pc:chgData name="Will Evans" userId="4b842632-8c54-4bc0-bdc4-e30fbffafd6a" providerId="ADAL" clId="{854BEA9F-D173-4FB3-8D8D-01DAA49205B0}" dt="2023-07-30T23:36:56.690" v="261" actId="47"/>
        <pc:sldMkLst>
          <pc:docMk/>
          <pc:sldMk cId="1417799442" sldId="2142532691"/>
        </pc:sldMkLst>
      </pc:sldChg>
      <pc:sldChg chg="del">
        <pc:chgData name="Will Evans" userId="4b842632-8c54-4bc0-bdc4-e30fbffafd6a" providerId="ADAL" clId="{854BEA9F-D173-4FB3-8D8D-01DAA49205B0}" dt="2023-07-30T23:36:43.097" v="252" actId="47"/>
        <pc:sldMkLst>
          <pc:docMk/>
          <pc:sldMk cId="151432470" sldId="2142532695"/>
        </pc:sldMkLst>
      </pc:sldChg>
      <pc:sldChg chg="del">
        <pc:chgData name="Will Evans" userId="4b842632-8c54-4bc0-bdc4-e30fbffafd6a" providerId="ADAL" clId="{854BEA9F-D173-4FB3-8D8D-01DAA49205B0}" dt="2023-07-30T23:36:41.763" v="251" actId="47"/>
        <pc:sldMkLst>
          <pc:docMk/>
          <pc:sldMk cId="2378075546" sldId="2142532697"/>
        </pc:sldMkLst>
      </pc:sldChg>
      <pc:sldChg chg="del">
        <pc:chgData name="Will Evans" userId="4b842632-8c54-4bc0-bdc4-e30fbffafd6a" providerId="ADAL" clId="{854BEA9F-D173-4FB3-8D8D-01DAA49205B0}" dt="2023-07-30T23:36:43.867" v="253" actId="47"/>
        <pc:sldMkLst>
          <pc:docMk/>
          <pc:sldMk cId="516601126" sldId="2142532698"/>
        </pc:sldMkLst>
      </pc:sldChg>
      <pc:sldChg chg="del">
        <pc:chgData name="Will Evans" userId="4b842632-8c54-4bc0-bdc4-e30fbffafd6a" providerId="ADAL" clId="{854BEA9F-D173-4FB3-8D8D-01DAA49205B0}" dt="2023-07-30T23:27:50.664" v="61" actId="47"/>
        <pc:sldMkLst>
          <pc:docMk/>
          <pc:sldMk cId="4142663105" sldId="2142532699"/>
        </pc:sldMkLst>
      </pc:sldChg>
      <pc:sldChg chg="del">
        <pc:chgData name="Will Evans" userId="4b842632-8c54-4bc0-bdc4-e30fbffafd6a" providerId="ADAL" clId="{854BEA9F-D173-4FB3-8D8D-01DAA49205B0}" dt="2023-07-30T23:36:39.779" v="250" actId="47"/>
        <pc:sldMkLst>
          <pc:docMk/>
          <pc:sldMk cId="3180489012" sldId="2142532709"/>
        </pc:sldMkLst>
      </pc:sldChg>
      <pc:sldChg chg="del">
        <pc:chgData name="Will Evans" userId="4b842632-8c54-4bc0-bdc4-e30fbffafd6a" providerId="ADAL" clId="{854BEA9F-D173-4FB3-8D8D-01DAA49205B0}" dt="2023-07-30T23:27:49.046" v="59" actId="47"/>
        <pc:sldMkLst>
          <pc:docMk/>
          <pc:sldMk cId="1740927667" sldId="2142532710"/>
        </pc:sldMkLst>
      </pc:sldChg>
      <pc:sldChg chg="del">
        <pc:chgData name="Will Evans" userId="4b842632-8c54-4bc0-bdc4-e30fbffafd6a" providerId="ADAL" clId="{854BEA9F-D173-4FB3-8D8D-01DAA49205B0}" dt="2023-07-30T23:36:56.063" v="260" actId="47"/>
        <pc:sldMkLst>
          <pc:docMk/>
          <pc:sldMk cId="309899677" sldId="2142532711"/>
        </pc:sldMkLst>
      </pc:sldChg>
    </pc:docChg>
  </pc:docChgLst>
  <pc:docChgLst>
    <pc:chgData name="Will Evans" userId="4b842632-8c54-4bc0-bdc4-e30fbffafd6a" providerId="ADAL" clId="{E5077728-19CD-4EB3-9484-F52578719790}"/>
    <pc:docChg chg="undo custSel modSld sldOrd">
      <pc:chgData name="Will Evans" userId="4b842632-8c54-4bc0-bdc4-e30fbffafd6a" providerId="ADAL" clId="{E5077728-19CD-4EB3-9484-F52578719790}" dt="2023-08-22T21:27:08.284" v="4" actId="478"/>
      <pc:docMkLst>
        <pc:docMk/>
      </pc:docMkLst>
      <pc:sldChg chg="addSp delSp">
        <pc:chgData name="Will Evans" userId="4b842632-8c54-4bc0-bdc4-e30fbffafd6a" providerId="ADAL" clId="{E5077728-19CD-4EB3-9484-F52578719790}" dt="2023-08-22T21:27:08.284" v="4" actId="478"/>
        <pc:sldMkLst>
          <pc:docMk/>
          <pc:sldMk cId="796036310" sldId="2142532674"/>
        </pc:sldMkLst>
      </pc:sldChg>
      <pc:sldChg chg="ord">
        <pc:chgData name="Will Evans" userId="4b842632-8c54-4bc0-bdc4-e30fbffafd6a" providerId="ADAL" clId="{E5077728-19CD-4EB3-9484-F52578719790}" dt="2023-08-22T21:27:07.843" v="3" actId="20578"/>
        <pc:sldMkLst>
          <pc:docMk/>
          <pc:sldMk cId="3653940991" sldId="2142532687"/>
        </pc:sldMkLst>
      </pc:sldChg>
    </pc:docChg>
  </pc:docChgLst>
  <pc:docChgLst>
    <pc:chgData name="Paul Gregov" userId="4fb36ee5-3772-4a65-9ab2-e80ce69ba61f" providerId="ADAL" clId="{28545B35-AB9D-4739-BEC4-6E63C7919088}"/>
    <pc:docChg chg="undo redo custSel addSld delSld modSld">
      <pc:chgData name="Paul Gregov" userId="4fb36ee5-3772-4a65-9ab2-e80ce69ba61f" providerId="ADAL" clId="{28545B35-AB9D-4739-BEC4-6E63C7919088}" dt="2024-01-05T14:41:41.401" v="1548" actId="14734"/>
      <pc:docMkLst>
        <pc:docMk/>
      </pc:docMkLst>
      <pc:sldChg chg="del">
        <pc:chgData name="Paul Gregov" userId="4fb36ee5-3772-4a65-9ab2-e80ce69ba61f" providerId="ADAL" clId="{28545B35-AB9D-4739-BEC4-6E63C7919088}" dt="2024-01-05T13:28:33.152" v="34" actId="47"/>
        <pc:sldMkLst>
          <pc:docMk/>
          <pc:sldMk cId="218864306" sldId="286"/>
        </pc:sldMkLst>
      </pc:sldChg>
      <pc:sldChg chg="del">
        <pc:chgData name="Paul Gregov" userId="4fb36ee5-3772-4a65-9ab2-e80ce69ba61f" providerId="ADAL" clId="{28545B35-AB9D-4739-BEC4-6E63C7919088}" dt="2024-01-05T13:29:02.676" v="37" actId="47"/>
        <pc:sldMkLst>
          <pc:docMk/>
          <pc:sldMk cId="3418820905" sldId="295"/>
        </pc:sldMkLst>
      </pc:sldChg>
      <pc:sldChg chg="del">
        <pc:chgData name="Paul Gregov" userId="4fb36ee5-3772-4a65-9ab2-e80ce69ba61f" providerId="ADAL" clId="{28545B35-AB9D-4739-BEC4-6E63C7919088}" dt="2024-01-05T13:29:03.085" v="38" actId="47"/>
        <pc:sldMkLst>
          <pc:docMk/>
          <pc:sldMk cId="3606521250" sldId="296"/>
        </pc:sldMkLst>
      </pc:sldChg>
      <pc:sldChg chg="del">
        <pc:chgData name="Paul Gregov" userId="4fb36ee5-3772-4a65-9ab2-e80ce69ba61f" providerId="ADAL" clId="{28545B35-AB9D-4739-BEC4-6E63C7919088}" dt="2024-01-05T13:29:03.446" v="39" actId="47"/>
        <pc:sldMkLst>
          <pc:docMk/>
          <pc:sldMk cId="1070850147" sldId="297"/>
        </pc:sldMkLst>
      </pc:sldChg>
      <pc:sldChg chg="addSp delSp modSp mod">
        <pc:chgData name="Paul Gregov" userId="4fb36ee5-3772-4a65-9ab2-e80ce69ba61f" providerId="ADAL" clId="{28545B35-AB9D-4739-BEC4-6E63C7919088}" dt="2024-01-05T13:28:28.063" v="33"/>
        <pc:sldMkLst>
          <pc:docMk/>
          <pc:sldMk cId="796036310" sldId="2142532674"/>
        </pc:sldMkLst>
      </pc:sldChg>
      <pc:sldChg chg="add del">
        <pc:chgData name="Paul Gregov" userId="4fb36ee5-3772-4a65-9ab2-e80ce69ba61f" providerId="ADAL" clId="{28545B35-AB9D-4739-BEC4-6E63C7919088}" dt="2024-01-05T13:32:23.792" v="108"/>
        <pc:sldMkLst>
          <pc:docMk/>
          <pc:sldMk cId="3766457096" sldId="2142532680"/>
        </pc:sldMkLst>
      </pc:sldChg>
      <pc:sldChg chg="addSp delSp modSp mod">
        <pc:chgData name="Paul Gregov" userId="4fb36ee5-3772-4a65-9ab2-e80ce69ba61f" providerId="ADAL" clId="{28545B35-AB9D-4739-BEC4-6E63C7919088}" dt="2024-01-05T14:41:41.401" v="1548" actId="14734"/>
        <pc:sldMkLst>
          <pc:docMk/>
          <pc:sldMk cId="959312854" sldId="2142532681"/>
        </pc:sldMkLst>
      </pc:sldChg>
      <pc:sldChg chg="del">
        <pc:chgData name="Paul Gregov" userId="4fb36ee5-3772-4a65-9ab2-e80ce69ba61f" providerId="ADAL" clId="{28545B35-AB9D-4739-BEC4-6E63C7919088}" dt="2024-01-05T13:28:44.233" v="36" actId="47"/>
        <pc:sldMkLst>
          <pc:docMk/>
          <pc:sldMk cId="221648639" sldId="2142532682"/>
        </pc:sldMkLst>
      </pc:sldChg>
      <pc:sldChg chg="add">
        <pc:chgData name="Paul Gregov" userId="4fb36ee5-3772-4a65-9ab2-e80ce69ba61f" providerId="ADAL" clId="{28545B35-AB9D-4739-BEC4-6E63C7919088}" dt="2024-01-05T13:32:23.792" v="108"/>
        <pc:sldMkLst>
          <pc:docMk/>
          <pc:sldMk cId="4142663105" sldId="2142532699"/>
        </pc:sldMkLst>
      </pc:sldChg>
      <pc:sldChg chg="add">
        <pc:chgData name="Paul Gregov" userId="4fb36ee5-3772-4a65-9ab2-e80ce69ba61f" providerId="ADAL" clId="{28545B35-AB9D-4739-BEC4-6E63C7919088}" dt="2024-01-05T13:32:34.218" v="109"/>
        <pc:sldMkLst>
          <pc:docMk/>
          <pc:sldMk cId="861994128" sldId="2142532700"/>
        </pc:sldMkLst>
      </pc:sldChg>
    </pc:docChg>
  </pc:docChgLst>
  <pc:docChgLst>
    <pc:chgData name="Will Evans" userId="4b842632-8c54-4bc0-bdc4-e30fbffafd6a" providerId="ADAL" clId="{D64E10B7-90AA-4FFF-80EC-2A256CD96932}"/>
    <pc:docChg chg="addSld delSld modSld">
      <pc:chgData name="Will Evans" userId="4b842632-8c54-4bc0-bdc4-e30fbffafd6a" providerId="ADAL" clId="{D64E10B7-90AA-4FFF-80EC-2A256CD96932}" dt="2023-11-16T03:13:30.447" v="1" actId="47"/>
      <pc:docMkLst>
        <pc:docMk/>
      </pc:docMkLst>
      <pc:sldChg chg="del">
        <pc:chgData name="Will Evans" userId="4b842632-8c54-4bc0-bdc4-e30fbffafd6a" providerId="ADAL" clId="{D64E10B7-90AA-4FFF-80EC-2A256CD96932}" dt="2023-11-16T03:13:30.447" v="1" actId="47"/>
        <pc:sldMkLst>
          <pc:docMk/>
          <pc:sldMk cId="3653940991" sldId="2142532687"/>
        </pc:sldMkLst>
      </pc:sldChg>
      <pc:sldChg chg="add">
        <pc:chgData name="Will Evans" userId="4b842632-8c54-4bc0-bdc4-e30fbffafd6a" providerId="ADAL" clId="{D64E10B7-90AA-4FFF-80EC-2A256CD96932}" dt="2023-11-16T03:13:27.147" v="0"/>
        <pc:sldMkLst>
          <pc:docMk/>
          <pc:sldMk cId="1490493681" sldId="2142532785"/>
        </pc:sldMkLst>
      </pc:sldChg>
    </pc:docChg>
  </pc:docChgLst>
  <pc:docChgLst>
    <pc:chgData name="Paul Gregov" userId="4fb36ee5-3772-4a65-9ab2-e80ce69ba61f" providerId="ADAL" clId="{699F3BCE-AC92-4AF0-8BFF-76950E77DFB8}"/>
    <pc:docChg chg="undo custSel modSld">
      <pc:chgData name="Paul Gregov" userId="4fb36ee5-3772-4a65-9ab2-e80ce69ba61f" providerId="ADAL" clId="{699F3BCE-AC92-4AF0-8BFF-76950E77DFB8}" dt="2024-01-05T14:59:47.017" v="14" actId="478"/>
      <pc:docMkLst>
        <pc:docMk/>
      </pc:docMkLst>
      <pc:sldChg chg="addSp delSp modSp mod">
        <pc:chgData name="Paul Gregov" userId="4fb36ee5-3772-4a65-9ab2-e80ce69ba61f" providerId="ADAL" clId="{699F3BCE-AC92-4AF0-8BFF-76950E77DFB8}" dt="2024-01-05T14:59:47.017" v="14" actId="478"/>
        <pc:sldMkLst>
          <pc:docMk/>
          <pc:sldMk cId="959312854" sldId="2142532681"/>
        </pc:sldMkLst>
      </pc:sldChg>
    </pc:docChg>
  </pc:docChgLst>
  <pc:docChgLst>
    <pc:chgData name="Paul Gregov" userId="4fb36ee5-3772-4a65-9ab2-e80ce69ba61f" providerId="ADAL" clId="{A3630C92-D434-43C0-8340-D77672AA0FB8}"/>
    <pc:docChg chg="undo custSel addSld modSld">
      <pc:chgData name="Paul Gregov" userId="4fb36ee5-3772-4a65-9ab2-e80ce69ba61f" providerId="ADAL" clId="{A3630C92-D434-43C0-8340-D77672AA0FB8}" dt="2024-01-05T03:28:56.708" v="3131" actId="208"/>
      <pc:docMkLst>
        <pc:docMk/>
      </pc:docMkLst>
      <pc:sldChg chg="modSp mod">
        <pc:chgData name="Paul Gregov" userId="4fb36ee5-3772-4a65-9ab2-e80ce69ba61f" providerId="ADAL" clId="{A3630C92-D434-43C0-8340-D77672AA0FB8}" dt="2024-01-05T02:51:55.354" v="443" actId="20577"/>
        <pc:sldMkLst>
          <pc:docMk/>
          <pc:sldMk cId="218864306" sldId="286"/>
        </pc:sldMkLst>
      </pc:sldChg>
      <pc:sldChg chg="addSp delSp modSp mod">
        <pc:chgData name="Paul Gregov" userId="4fb36ee5-3772-4a65-9ab2-e80ce69ba61f" providerId="ADAL" clId="{A3630C92-D434-43C0-8340-D77672AA0FB8}" dt="2024-01-05T03:16:42.943" v="2035" actId="14100"/>
        <pc:sldMkLst>
          <pc:docMk/>
          <pc:sldMk cId="3418820905" sldId="295"/>
        </pc:sldMkLst>
      </pc:sldChg>
      <pc:sldChg chg="modSp mod">
        <pc:chgData name="Paul Gregov" userId="4fb36ee5-3772-4a65-9ab2-e80ce69ba61f" providerId="ADAL" clId="{A3630C92-D434-43C0-8340-D77672AA0FB8}" dt="2024-01-05T03:22:04.661" v="2652" actId="404"/>
        <pc:sldMkLst>
          <pc:docMk/>
          <pc:sldMk cId="3606521250" sldId="296"/>
        </pc:sldMkLst>
      </pc:sldChg>
      <pc:sldChg chg="addSp modSp mod">
        <pc:chgData name="Paul Gregov" userId="4fb36ee5-3772-4a65-9ab2-e80ce69ba61f" providerId="ADAL" clId="{A3630C92-D434-43C0-8340-D77672AA0FB8}" dt="2024-01-05T03:25:44.854" v="2997" actId="208"/>
        <pc:sldMkLst>
          <pc:docMk/>
          <pc:sldMk cId="1070850147" sldId="297"/>
        </pc:sldMkLst>
      </pc:sldChg>
      <pc:sldChg chg="modSp mod">
        <pc:chgData name="Paul Gregov" userId="4fb36ee5-3772-4a65-9ab2-e80ce69ba61f" providerId="ADAL" clId="{A3630C92-D434-43C0-8340-D77672AA0FB8}" dt="2024-01-05T02:23:05.099" v="19" actId="20577"/>
        <pc:sldMkLst>
          <pc:docMk/>
          <pc:sldMk cId="796036310" sldId="2142532674"/>
        </pc:sldMkLst>
      </pc:sldChg>
      <pc:sldChg chg="addSp delSp modSp add mod">
        <pc:chgData name="Paul Gregov" userId="4fb36ee5-3772-4a65-9ab2-e80ce69ba61f" providerId="ADAL" clId="{A3630C92-D434-43C0-8340-D77672AA0FB8}" dt="2024-01-05T02:59:36.171" v="636" actId="207"/>
        <pc:sldMkLst>
          <pc:docMk/>
          <pc:sldMk cId="3766457096" sldId="2142532680"/>
        </pc:sldMkLst>
      </pc:sldChg>
      <pc:sldChg chg="addSp delSp modSp add mod">
        <pc:chgData name="Paul Gregov" userId="4fb36ee5-3772-4a65-9ab2-e80ce69ba61f" providerId="ADAL" clId="{A3630C92-D434-43C0-8340-D77672AA0FB8}" dt="2024-01-05T03:28:56.708" v="3131" actId="208"/>
        <pc:sldMkLst>
          <pc:docMk/>
          <pc:sldMk cId="959312854" sldId="2142532681"/>
        </pc:sldMkLst>
      </pc:sldChg>
    </pc:docChg>
  </pc:docChgLst>
  <pc:docChgLst>
    <pc:chgData name="Paul Gregov" userId="4fb36ee5-3772-4a65-9ab2-e80ce69ba61f" providerId="ADAL" clId="{C9C6E477-9ED0-4B7F-9205-C56750BA3595}"/>
    <pc:docChg chg="addSld delSld modSld delMainMaster">
      <pc:chgData name="Paul Gregov" userId="4fb36ee5-3772-4a65-9ab2-e80ce69ba61f" providerId="ADAL" clId="{C9C6E477-9ED0-4B7F-9205-C56750BA3595}" dt="2023-11-27T14:34:51.087" v="33" actId="680"/>
      <pc:docMkLst>
        <pc:docMk/>
      </pc:docMkLst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2047165266" sldId="276"/>
        </pc:sldMkLst>
      </pc:sldChg>
      <pc:sldChg chg="modSp add">
        <pc:chgData name="Paul Gregov" userId="4fb36ee5-3772-4a65-9ab2-e80ce69ba61f" providerId="ADAL" clId="{C9C6E477-9ED0-4B7F-9205-C56750BA3595}" dt="2023-11-27T14:34:36.071" v="32" actId="2085"/>
        <pc:sldMkLst>
          <pc:docMk/>
          <pc:sldMk cId="218864306" sldId="286"/>
        </pc:sldMkLst>
      </pc:sldChg>
      <pc:sldChg chg="add del">
        <pc:chgData name="Paul Gregov" userId="4fb36ee5-3772-4a65-9ab2-e80ce69ba61f" providerId="ADAL" clId="{C9C6E477-9ED0-4B7F-9205-C56750BA3595}" dt="2023-11-27T14:34:04.715" v="31"/>
        <pc:sldMkLst>
          <pc:docMk/>
          <pc:sldMk cId="3418820905" sldId="295"/>
        </pc:sldMkLst>
      </pc:sldChg>
      <pc:sldChg chg="add">
        <pc:chgData name="Paul Gregov" userId="4fb36ee5-3772-4a65-9ab2-e80ce69ba61f" providerId="ADAL" clId="{C9C6E477-9ED0-4B7F-9205-C56750BA3595}" dt="2023-11-27T14:34:04.715" v="31"/>
        <pc:sldMkLst>
          <pc:docMk/>
          <pc:sldMk cId="3606521250" sldId="296"/>
        </pc:sldMkLst>
      </pc:sldChg>
      <pc:sldChg chg="add">
        <pc:chgData name="Paul Gregov" userId="4fb36ee5-3772-4a65-9ab2-e80ce69ba61f" providerId="ADAL" clId="{C9C6E477-9ED0-4B7F-9205-C56750BA3595}" dt="2023-11-27T14:34:04.715" v="31"/>
        <pc:sldMkLst>
          <pc:docMk/>
          <pc:sldMk cId="1070850147" sldId="297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1360115277" sldId="2142532453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1913862355" sldId="2142532489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3823176430" sldId="2142532490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2195401631" sldId="2142532666"/>
        </pc:sldMkLst>
      </pc:sldChg>
      <pc:sldChg chg="modSp mod">
        <pc:chgData name="Paul Gregov" userId="4fb36ee5-3772-4a65-9ab2-e80ce69ba61f" providerId="ADAL" clId="{C9C6E477-9ED0-4B7F-9205-C56750BA3595}" dt="2023-11-27T14:33:46.052" v="28" actId="20577"/>
        <pc:sldMkLst>
          <pc:docMk/>
          <pc:sldMk cId="796036310" sldId="2142532674"/>
        </pc:sldMkLst>
      </pc:sldChg>
      <pc:sldChg chg="new del">
        <pc:chgData name="Paul Gregov" userId="4fb36ee5-3772-4a65-9ab2-e80ce69ba61f" providerId="ADAL" clId="{C9C6E477-9ED0-4B7F-9205-C56750BA3595}" dt="2023-11-27T14:33:57.990" v="30" actId="47"/>
        <pc:sldMkLst>
          <pc:docMk/>
          <pc:sldMk cId="220042968" sldId="2142532675"/>
        </pc:sldMkLst>
      </pc:sldChg>
      <pc:sldChg chg="new">
        <pc:chgData name="Paul Gregov" userId="4fb36ee5-3772-4a65-9ab2-e80ce69ba61f" providerId="ADAL" clId="{C9C6E477-9ED0-4B7F-9205-C56750BA3595}" dt="2023-11-27T14:34:51.087" v="33" actId="680"/>
        <pc:sldMkLst>
          <pc:docMk/>
          <pc:sldMk cId="3301297949" sldId="2142532675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3766457096" sldId="2142532680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2742760216" sldId="2142532681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2205897293" sldId="2142532683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810441659" sldId="2142532684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523839514" sldId="2142532685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2185460718" sldId="2142532686"/>
        </pc:sldMkLst>
      </pc:sldChg>
      <pc:sldChg chg="del">
        <pc:chgData name="Paul Gregov" userId="4fb36ee5-3772-4a65-9ab2-e80ce69ba61f" providerId="ADAL" clId="{C9C6E477-9ED0-4B7F-9205-C56750BA3595}" dt="2023-11-27T14:33:28.882" v="0" actId="47"/>
        <pc:sldMkLst>
          <pc:docMk/>
          <pc:sldMk cId="1490493681" sldId="2142532785"/>
        </pc:sldMkLst>
      </pc:sldChg>
      <pc:sldMasterChg chg="del delSldLayout">
        <pc:chgData name="Paul Gregov" userId="4fb36ee5-3772-4a65-9ab2-e80ce69ba61f" providerId="ADAL" clId="{C9C6E477-9ED0-4B7F-9205-C56750BA3595}" dt="2023-11-27T14:33:28.882" v="0" actId="47"/>
        <pc:sldMasterMkLst>
          <pc:docMk/>
          <pc:sldMasterMk cId="1346734083" sldId="2147483704"/>
        </pc:sldMasterMkLst>
        <pc:sldLayoutChg chg="del">
          <pc:chgData name="Paul Gregov" userId="4fb36ee5-3772-4a65-9ab2-e80ce69ba61f" providerId="ADAL" clId="{C9C6E477-9ED0-4B7F-9205-C56750BA3595}" dt="2023-11-27T14:33:28.882" v="0" actId="47"/>
          <pc:sldLayoutMkLst>
            <pc:docMk/>
            <pc:sldMasterMk cId="1346734083" sldId="2147483704"/>
            <pc:sldLayoutMk cId="2061546714" sldId="2147483705"/>
          </pc:sldLayoutMkLst>
        </pc:sldLayoutChg>
        <pc:sldLayoutChg chg="del">
          <pc:chgData name="Paul Gregov" userId="4fb36ee5-3772-4a65-9ab2-e80ce69ba61f" providerId="ADAL" clId="{C9C6E477-9ED0-4B7F-9205-C56750BA3595}" dt="2023-11-27T14:33:28.882" v="0" actId="47"/>
          <pc:sldLayoutMkLst>
            <pc:docMk/>
            <pc:sldMasterMk cId="1346734083" sldId="2147483704"/>
            <pc:sldLayoutMk cId="3514267261" sldId="2147483706"/>
          </pc:sldLayoutMkLst>
        </pc:sldLayoutChg>
        <pc:sldLayoutChg chg="del">
          <pc:chgData name="Paul Gregov" userId="4fb36ee5-3772-4a65-9ab2-e80ce69ba61f" providerId="ADAL" clId="{C9C6E477-9ED0-4B7F-9205-C56750BA3595}" dt="2023-11-27T14:33:28.882" v="0" actId="47"/>
          <pc:sldLayoutMkLst>
            <pc:docMk/>
            <pc:sldMasterMk cId="1346734083" sldId="2147483704"/>
            <pc:sldLayoutMk cId="115306923" sldId="2147483707"/>
          </pc:sldLayoutMkLst>
        </pc:sldLayoutChg>
      </pc:sldMasterChg>
    </pc:docChg>
  </pc:docChgLst>
  <pc:docChgLst>
    <pc:chgData name="Duncan McKenna" userId="dee43f82-2882-492a-a4c4-93c9d5bd801a" providerId="ADAL" clId="{9B318A4C-A0C5-4243-9A66-7F17F76368FE}"/>
    <pc:docChg chg="custSel addSld delSld modSld sldOrd">
      <pc:chgData name="Duncan McKenna" userId="dee43f82-2882-492a-a4c4-93c9d5bd801a" providerId="ADAL" clId="{9B318A4C-A0C5-4243-9A66-7F17F76368FE}" dt="2025-08-05T21:54:02.011" v="54" actId="1076"/>
      <pc:docMkLst>
        <pc:docMk/>
      </pc:docMkLst>
      <pc:sldChg chg="addSp delSp modSp mod ord">
        <pc:chgData name="Duncan McKenna" userId="dee43f82-2882-492a-a4c4-93c9d5bd801a" providerId="ADAL" clId="{9B318A4C-A0C5-4243-9A66-7F17F76368FE}" dt="2025-08-05T21:54:02.011" v="54" actId="1076"/>
        <pc:sldMkLst>
          <pc:docMk/>
          <pc:sldMk cId="861994128" sldId="2142532700"/>
        </pc:sldMkLst>
        <pc:spChg chg="mod">
          <ac:chgData name="Duncan McKenna" userId="dee43f82-2882-492a-a4c4-93c9d5bd801a" providerId="ADAL" clId="{9B318A4C-A0C5-4243-9A66-7F17F76368FE}" dt="2025-08-05T21:54:02.011" v="54" actId="1076"/>
          <ac:spMkLst>
            <pc:docMk/>
            <pc:sldMk cId="861994128" sldId="2142532700"/>
            <ac:spMk id="2" creationId="{296534DB-BD58-2BE9-365D-075A2EFA83D2}"/>
          </ac:spMkLst>
        </pc:spChg>
        <pc:spChg chg="mod">
          <ac:chgData name="Duncan McKenna" userId="dee43f82-2882-492a-a4c4-93c9d5bd801a" providerId="ADAL" clId="{9B318A4C-A0C5-4243-9A66-7F17F76368FE}" dt="2025-08-05T21:43:12.939" v="25" actId="20577"/>
          <ac:spMkLst>
            <pc:docMk/>
            <pc:sldMk cId="861994128" sldId="2142532700"/>
            <ac:spMk id="3" creationId="{22BF0478-D189-BDC6-2A34-C221621CD215}"/>
          </ac:spMkLst>
        </pc:spChg>
        <pc:picChg chg="del">
          <ac:chgData name="Duncan McKenna" userId="dee43f82-2882-492a-a4c4-93c9d5bd801a" providerId="ADAL" clId="{9B318A4C-A0C5-4243-9A66-7F17F76368FE}" dt="2025-08-05T21:50:31.278" v="49" actId="478"/>
          <ac:picMkLst>
            <pc:docMk/>
            <pc:sldMk cId="861994128" sldId="2142532700"/>
            <ac:picMk id="5" creationId="{A7C73837-2501-9307-B8C4-DF1A340F2C5F}"/>
          </ac:picMkLst>
        </pc:picChg>
        <pc:picChg chg="add mod">
          <ac:chgData name="Duncan McKenna" userId="dee43f82-2882-492a-a4c4-93c9d5bd801a" providerId="ADAL" clId="{9B318A4C-A0C5-4243-9A66-7F17F76368FE}" dt="2025-08-05T21:53:54.030" v="53" actId="1076"/>
          <ac:picMkLst>
            <pc:docMk/>
            <pc:sldMk cId="861994128" sldId="2142532700"/>
            <ac:picMk id="6" creationId="{6BEE561C-7B48-D24B-9BB0-53F677FDE1DC}"/>
          </ac:picMkLst>
        </pc:picChg>
      </pc:sldChg>
      <pc:sldChg chg="new del">
        <pc:chgData name="Duncan McKenna" userId="dee43f82-2882-492a-a4c4-93c9d5bd801a" providerId="ADAL" clId="{9B318A4C-A0C5-4243-9A66-7F17F76368FE}" dt="2025-08-05T21:43:00.012" v="3" actId="47"/>
        <pc:sldMkLst>
          <pc:docMk/>
          <pc:sldMk cId="299897875" sldId="2142532701"/>
        </pc:sldMkLst>
      </pc:sldChg>
      <pc:sldChg chg="add">
        <pc:chgData name="Duncan McKenna" userId="dee43f82-2882-492a-a4c4-93c9d5bd801a" providerId="ADAL" clId="{9B318A4C-A0C5-4243-9A66-7F17F76368FE}" dt="2025-08-05T21:43:01.244" v="4"/>
        <pc:sldMkLst>
          <pc:docMk/>
          <pc:sldMk cId="1625921537" sldId="2142532701"/>
        </pc:sldMkLst>
      </pc:sldChg>
    </pc:docChg>
  </pc:docChgLst>
  <pc:docChgLst>
    <pc:chgData name="Paul Gregov" userId="4fb36ee5-3772-4a65-9ab2-e80ce69ba61f" providerId="ADAL" clId="{ADBA4625-5B3B-4AE2-872F-C86D79B0D52E}"/>
    <pc:docChg chg="undo custSel addSld modSld">
      <pc:chgData name="Paul Gregov" userId="4fb36ee5-3772-4a65-9ab2-e80ce69ba61f" providerId="ADAL" clId="{ADBA4625-5B3B-4AE2-872F-C86D79B0D52E}" dt="2024-01-05T04:32:36.521" v="297" actId="207"/>
      <pc:docMkLst>
        <pc:docMk/>
      </pc:docMkLst>
      <pc:sldChg chg="modSp mod">
        <pc:chgData name="Paul Gregov" userId="4fb36ee5-3772-4a65-9ab2-e80ce69ba61f" providerId="ADAL" clId="{ADBA4625-5B3B-4AE2-872F-C86D79B0D52E}" dt="2024-01-05T04:32:07.597" v="295" actId="20577"/>
        <pc:sldMkLst>
          <pc:docMk/>
          <pc:sldMk cId="3418820905" sldId="295"/>
        </pc:sldMkLst>
      </pc:sldChg>
      <pc:sldChg chg="modSp mod">
        <pc:chgData name="Paul Gregov" userId="4fb36ee5-3772-4a65-9ab2-e80ce69ba61f" providerId="ADAL" clId="{ADBA4625-5B3B-4AE2-872F-C86D79B0D52E}" dt="2024-01-05T04:32:36.521" v="297" actId="207"/>
        <pc:sldMkLst>
          <pc:docMk/>
          <pc:sldMk cId="1070850147" sldId="297"/>
        </pc:sldMkLst>
      </pc:sldChg>
      <pc:sldChg chg="addSp delSp modSp mod">
        <pc:chgData name="Paul Gregov" userId="4fb36ee5-3772-4a65-9ab2-e80ce69ba61f" providerId="ADAL" clId="{ADBA4625-5B3B-4AE2-872F-C86D79B0D52E}" dt="2024-01-05T04:23:48.723" v="15" actId="20577"/>
        <pc:sldMkLst>
          <pc:docMk/>
          <pc:sldMk cId="796036310" sldId="2142532674"/>
        </pc:sldMkLst>
      </pc:sldChg>
      <pc:sldChg chg="addSp delSp modSp add mod">
        <pc:chgData name="Paul Gregov" userId="4fb36ee5-3772-4a65-9ab2-e80ce69ba61f" providerId="ADAL" clId="{ADBA4625-5B3B-4AE2-872F-C86D79B0D52E}" dt="2024-01-05T04:30:26.125" v="239" actId="1076"/>
        <pc:sldMkLst>
          <pc:docMk/>
          <pc:sldMk cId="221648639" sldId="214253268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F70BBE-1EF0-FCE4-4606-E94EA43993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C26E77-2D82-722B-62E9-1C20F2D4025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5BDF7-9791-44DB-90BA-AD2810DBF68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4F9D7F-3FC3-4F60-6A1D-834E5A39D2C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11F41-2221-11DB-C4DD-DA2F72CC2B1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563528-DC5B-428D-98F6-A3A0E1CD7B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104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7823D-DA43-43B1-BC87-50928219243A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1532AA-2019-4955-8A15-8E1EC7AD6E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7462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EAA9F-5C5B-2EBC-17CC-810989F4D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32AA-2019-4955-8A15-8E1EC7AD6E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503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32AA-2019-4955-8A15-8E1EC7AD6E7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50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1532AA-2019-4955-8A15-8E1EC7AD6E7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4482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22D706F5-E773-535E-AEE4-B426343E6735}"/>
              </a:ext>
            </a:extLst>
          </p:cNvPr>
          <p:cNvGrpSpPr/>
          <p:nvPr userDrawn="1"/>
        </p:nvGrpSpPr>
        <p:grpSpPr>
          <a:xfrm>
            <a:off x="-1" y="0"/>
            <a:ext cx="5192203" cy="3347499"/>
            <a:chOff x="9454057" y="4920789"/>
            <a:chExt cx="2737945" cy="1937211"/>
          </a:xfrm>
        </p:grpSpPr>
        <p:pic>
          <p:nvPicPr>
            <p:cNvPr id="4" name="Picture 3" descr="A black background with green lines&#10;&#10;Description automatically generated with low confidence">
              <a:extLst>
                <a:ext uri="{FF2B5EF4-FFF2-40B4-BE49-F238E27FC236}">
                  <a16:creationId xmlns:a16="http://schemas.microsoft.com/office/drawing/2014/main" id="{4D375779-FC5C-C124-8ACF-4B38912CE21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4059" y="4920792"/>
              <a:ext cx="2737943" cy="1937208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94F0925-836A-8B6D-F645-F4982C3AA241}"/>
                </a:ext>
              </a:extLst>
            </p:cNvPr>
            <p:cNvSpPr/>
            <p:nvPr/>
          </p:nvSpPr>
          <p:spPr>
            <a:xfrm rot="16200000">
              <a:off x="9854424" y="4520422"/>
              <a:ext cx="1937209" cy="2737943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116C5D5-09C5-98DC-BD8E-3922A032B396}"/>
              </a:ext>
            </a:extLst>
          </p:cNvPr>
          <p:cNvGrpSpPr/>
          <p:nvPr userDrawn="1"/>
        </p:nvGrpSpPr>
        <p:grpSpPr>
          <a:xfrm>
            <a:off x="6941492" y="3167094"/>
            <a:ext cx="5250507" cy="3690906"/>
            <a:chOff x="9454057" y="4920789"/>
            <a:chExt cx="2737945" cy="1937211"/>
          </a:xfrm>
        </p:grpSpPr>
        <p:pic>
          <p:nvPicPr>
            <p:cNvPr id="3" name="Picture 2" descr="A black background with green lines&#10;&#10;Description automatically generated with low confidence">
              <a:extLst>
                <a:ext uri="{FF2B5EF4-FFF2-40B4-BE49-F238E27FC236}">
                  <a16:creationId xmlns:a16="http://schemas.microsoft.com/office/drawing/2014/main" id="{4C0CD303-AAB1-6C2A-1D83-B83B096E15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54059" y="4920792"/>
              <a:ext cx="2737943" cy="193720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D1EC728B-2B2E-167C-0392-63CABCBF4836}"/>
                </a:ext>
              </a:extLst>
            </p:cNvPr>
            <p:cNvSpPr/>
            <p:nvPr/>
          </p:nvSpPr>
          <p:spPr>
            <a:xfrm rot="16200000">
              <a:off x="9854424" y="4520422"/>
              <a:ext cx="1937209" cy="2737943"/>
            </a:xfrm>
            <a:prstGeom prst="rect">
              <a:avLst/>
            </a:prstGeom>
            <a:gradFill flip="none" rotWithShape="1">
              <a:gsLst>
                <a:gs pos="0">
                  <a:schemeClr val="bg1"/>
                </a:gs>
                <a:gs pos="4900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1" name="Picture 10" descr="A picture containing text, sign, outdoor&#10;&#10;Description automatically generated">
            <a:extLst>
              <a:ext uri="{FF2B5EF4-FFF2-40B4-BE49-F238E27FC236}">
                <a16:creationId xmlns:a16="http://schemas.microsoft.com/office/drawing/2014/main" id="{11812B91-5A31-7C4B-DEB9-D1764A1703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2024" y="2780470"/>
            <a:ext cx="3564084" cy="129706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669359-A4DA-7C63-3EFD-0C6A6BC22C09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859425"/>
            <a:ext cx="0" cy="113915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33F6CF4-53C7-0A24-2E04-252B126577C4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130501" y="2802468"/>
            <a:ext cx="3225446" cy="8521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sp>
        <p:nvSpPr>
          <p:cNvPr id="27" name="Text Placeholder 24">
            <a:extLst>
              <a:ext uri="{FF2B5EF4-FFF2-40B4-BE49-F238E27FC236}">
                <a16:creationId xmlns:a16="http://schemas.microsoft.com/office/drawing/2014/main" id="{7407C587-DAF9-B873-56DB-1E8106FA66DF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130501" y="3690906"/>
            <a:ext cx="3225446" cy="364627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600" i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Month Year</a:t>
            </a:r>
          </a:p>
        </p:txBody>
      </p:sp>
    </p:spTree>
    <p:extLst>
      <p:ext uri="{BB962C8B-B14F-4D97-AF65-F5344CB8AC3E}">
        <p14:creationId xmlns:p14="http://schemas.microsoft.com/office/powerpoint/2010/main" val="285716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3A404-D7DB-881C-D0E2-D5172A3FE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94" y="1354667"/>
            <a:ext cx="10515600" cy="441898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 descr="A picture containing text, clock, sign&#10;&#10;Description automatically generated">
            <a:extLst>
              <a:ext uri="{FF2B5EF4-FFF2-40B4-BE49-F238E27FC236}">
                <a16:creationId xmlns:a16="http://schemas.microsoft.com/office/drawing/2014/main" id="{78F0583C-02E2-3F2C-9F25-E2A1D7522A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41" b="64865"/>
          <a:stretch/>
        </p:blipFill>
        <p:spPr>
          <a:xfrm>
            <a:off x="-114824" y="109608"/>
            <a:ext cx="1054136" cy="762741"/>
          </a:xfrm>
          <a:prstGeom prst="rect">
            <a:avLst/>
          </a:prstGeom>
        </p:spPr>
      </p:pic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B0849EE-44DF-5CA0-331E-A3C618356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3194" y="323759"/>
            <a:ext cx="10515600" cy="437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2CF06-8B44-05F2-656D-75DF538FE566}"/>
              </a:ext>
            </a:extLst>
          </p:cNvPr>
          <p:cNvSpPr txBox="1"/>
          <p:nvPr userDrawn="1"/>
        </p:nvSpPr>
        <p:spPr>
          <a:xfrm>
            <a:off x="11006142" y="6546569"/>
            <a:ext cx="13729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Confidential | </a:t>
            </a:r>
            <a:fld id="{6C25D850-62BE-C94B-BD27-529588ABEA60}" type="slidenum">
              <a:rPr lang="en-US" sz="1000" smtClean="0">
                <a:solidFill>
                  <a:schemeClr val="bg2"/>
                </a:solidFill>
              </a:rPr>
              <a:pPr/>
              <a:t>‹#›</a:t>
            </a:fld>
            <a:endParaRPr lang="en-US" sz="10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71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63EDE65D-9B24-06F0-815E-5DDABEFB454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3578" y="2711185"/>
            <a:ext cx="3944845" cy="1435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275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iPad product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A71529F0-9E72-2E4A-9168-2918FF352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12719" y="839814"/>
            <a:ext cx="4323463" cy="5384817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E343D34-2985-6945-880C-AA462C6F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1" y="392854"/>
            <a:ext cx="10983484" cy="451405"/>
          </a:xfrm>
          <a:prstGeom prst="rect">
            <a:avLst/>
          </a:prstGeom>
        </p:spPr>
        <p:txBody>
          <a:bodyPr lIns="0" rIns="0"/>
          <a:lstStyle>
            <a:lvl1pPr algn="l">
              <a:defRPr sz="1733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CB31D3-CECA-E74D-B817-7ECE334BA7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100" y="1113132"/>
            <a:ext cx="5112499" cy="5256323"/>
          </a:xfrm>
          <a:prstGeom prst="rect">
            <a:avLst/>
          </a:prstGeom>
        </p:spPr>
        <p:txBody>
          <a:bodyPr lIns="0" rIns="0"/>
          <a:lstStyle>
            <a:lvl1pPr marL="232828" indent="-232828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42412" indent="-232828">
              <a:buClrTx/>
              <a:buFont typeface="Arial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Gotham Book" pitchFamily="2" charset="0"/>
              </a:defRPr>
            </a:lvl2pPr>
            <a:lvl3pPr marL="1449881" indent="-230712">
              <a:buClrTx/>
              <a:buFont typeface="Arial" panose="020B0604020202020204" pitchFamily="34" charset="0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Gotham Book" pitchFamily="2" charset="0"/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04C39C3-A0A0-0F4A-A2C6-7B961DE9A8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53943" y="1227119"/>
            <a:ext cx="3404260" cy="4580468"/>
          </a:xfrm>
          <a:prstGeom prst="roundRect">
            <a:avLst>
              <a:gd name="adj" fmla="val 1353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435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4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iPad product 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>
            <a:extLst>
              <a:ext uri="{FF2B5EF4-FFF2-40B4-BE49-F238E27FC236}">
                <a16:creationId xmlns:a16="http://schemas.microsoft.com/office/drawing/2014/main" id="{A71529F0-9E72-2E4A-9168-2918FF3527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12719" y="839814"/>
            <a:ext cx="4323463" cy="5384817"/>
          </a:xfrm>
          <a:prstGeom prst="rect">
            <a:avLst/>
          </a:prstGeom>
          <a:effectLst>
            <a:outerShdw blurRad="63500" sx="101000" sy="101000" algn="ctr" rotWithShape="0">
              <a:prstClr val="black">
                <a:alpha val="8000"/>
              </a:prstClr>
            </a:outerShdw>
          </a:effec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E343D34-2985-6945-880C-AA462C6F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101" y="392854"/>
            <a:ext cx="10983484" cy="451405"/>
          </a:xfrm>
          <a:prstGeom prst="rect">
            <a:avLst/>
          </a:prstGeom>
        </p:spPr>
        <p:txBody>
          <a:bodyPr lIns="0" rIns="0"/>
          <a:lstStyle>
            <a:lvl1pPr algn="l">
              <a:defRPr sz="1733" b="1" i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JM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9CB31D3-CECA-E74D-B817-7ECE334BA7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5100" y="1113132"/>
            <a:ext cx="5112499" cy="5256323"/>
          </a:xfrm>
          <a:prstGeom prst="rect">
            <a:avLst/>
          </a:prstGeom>
        </p:spPr>
        <p:txBody>
          <a:bodyPr lIns="0" rIns="0"/>
          <a:lstStyle>
            <a:lvl1pPr marL="232828" indent="-232828"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842412" indent="-232828">
              <a:buClrTx/>
              <a:buFont typeface="Arial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Gotham Book" pitchFamily="2" charset="0"/>
              </a:defRPr>
            </a:lvl2pPr>
            <a:lvl3pPr marL="1449881" indent="-230712">
              <a:buClrTx/>
              <a:buFont typeface="Arial" panose="020B0604020202020204" pitchFamily="34" charset="0"/>
              <a:buChar char="•"/>
              <a:tabLst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Gotham Book" pitchFamily="2" charset="0"/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04C39C3-A0A0-0F4A-A2C6-7B961DE9A88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053943" y="1227119"/>
            <a:ext cx="3404260" cy="4580468"/>
          </a:xfrm>
          <a:prstGeom prst="roundRect">
            <a:avLst>
              <a:gd name="adj" fmla="val 1353"/>
            </a:avLst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4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peaker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4">
            <a:extLst>
              <a:ext uri="{FF2B5EF4-FFF2-40B4-BE49-F238E27FC236}">
                <a16:creationId xmlns:a16="http://schemas.microsoft.com/office/drawing/2014/main" id="{A3D84A6F-E1C1-C441-9E44-48059E22A3B0}"/>
              </a:ext>
            </a:extLst>
          </p:cNvPr>
          <p:cNvSpPr/>
          <p:nvPr userDrawn="1"/>
        </p:nvSpPr>
        <p:spPr>
          <a:xfrm>
            <a:off x="1685492" y="672501"/>
            <a:ext cx="2264256" cy="1111619"/>
          </a:xfrm>
          <a:custGeom>
            <a:avLst/>
            <a:gdLst>
              <a:gd name="connsiteX0" fmla="*/ 1698193 w 1698192"/>
              <a:gd name="connsiteY0" fmla="*/ 0 h 833714"/>
              <a:gd name="connsiteX1" fmla="*/ 481349 w 1698192"/>
              <a:gd name="connsiteY1" fmla="*/ 0 h 833714"/>
              <a:gd name="connsiteX2" fmla="*/ 0 w 1698192"/>
              <a:gd name="connsiteY2" fmla="*/ 833714 h 833714"/>
              <a:gd name="connsiteX3" fmla="*/ 1216862 w 1698192"/>
              <a:gd name="connsiteY3" fmla="*/ 833714 h 833714"/>
              <a:gd name="connsiteX4" fmla="*/ 1216862 w 1698192"/>
              <a:gd name="connsiteY4" fmla="*/ 833714 h 833714"/>
              <a:gd name="connsiteX5" fmla="*/ 1698193 w 1698192"/>
              <a:gd name="connsiteY5" fmla="*/ 0 h 833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8192" h="833714">
                <a:moveTo>
                  <a:pt x="1698193" y="0"/>
                </a:moveTo>
                <a:lnTo>
                  <a:pt x="481349" y="0"/>
                </a:lnTo>
                <a:lnTo>
                  <a:pt x="0" y="833714"/>
                </a:lnTo>
                <a:lnTo>
                  <a:pt x="1216862" y="833714"/>
                </a:lnTo>
                <a:lnTo>
                  <a:pt x="1216862" y="833714"/>
                </a:lnTo>
                <a:lnTo>
                  <a:pt x="1698193" y="0"/>
                </a:lnTo>
                <a:close/>
              </a:path>
            </a:pathLst>
          </a:custGeom>
          <a:solidFill>
            <a:srgbClr val="F0F1F7">
              <a:alpha val="40000"/>
            </a:srgbClr>
          </a:solidFill>
          <a:ln w="185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400" dirty="0"/>
          </a:p>
        </p:txBody>
      </p:sp>
      <p:pic>
        <p:nvPicPr>
          <p:cNvPr id="15" name="Picture 14" descr="A picture containing computer, computer, keyboard, phone&#10;&#10;Description automatically generated">
            <a:extLst>
              <a:ext uri="{FF2B5EF4-FFF2-40B4-BE49-F238E27FC236}">
                <a16:creationId xmlns:a16="http://schemas.microsoft.com/office/drawing/2014/main" id="{39E22D66-6338-334D-B3B8-C967FC57901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54964" y="2609073"/>
            <a:ext cx="1927171" cy="1112375"/>
          </a:xfrm>
          <a:prstGeom prst="rect">
            <a:avLst/>
          </a:prstGeom>
        </p:spPr>
      </p:pic>
      <p:sp>
        <p:nvSpPr>
          <p:cNvPr id="34" name="Picture Placeholder 16">
            <a:extLst>
              <a:ext uri="{FF2B5EF4-FFF2-40B4-BE49-F238E27FC236}">
                <a16:creationId xmlns:a16="http://schemas.microsoft.com/office/drawing/2014/main" id="{C26A6BDE-2E66-B847-A5B6-678AC828B943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394797" y="4961719"/>
            <a:ext cx="1809104" cy="7526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35" name="Text Placeholder 18">
            <a:extLst>
              <a:ext uri="{FF2B5EF4-FFF2-40B4-BE49-F238E27FC236}">
                <a16:creationId xmlns:a16="http://schemas.microsoft.com/office/drawing/2014/main" id="{79C66229-6B41-0B4C-99A2-5A2DC4520F5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3815134"/>
            <a:ext cx="4406699" cy="6052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667" b="1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36" name="Text Placeholder 18">
            <a:extLst>
              <a:ext uri="{FF2B5EF4-FFF2-40B4-BE49-F238E27FC236}">
                <a16:creationId xmlns:a16="http://schemas.microsoft.com/office/drawing/2014/main" id="{CD9A711F-F891-EF43-B028-FA0F16CB3AE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6000" y="4294907"/>
            <a:ext cx="4406699" cy="479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133" b="0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37" name="Picture Placeholder 26">
            <a:extLst>
              <a:ext uri="{FF2B5EF4-FFF2-40B4-BE49-F238E27FC236}">
                <a16:creationId xmlns:a16="http://schemas.microsoft.com/office/drawing/2014/main" id="{84B56667-BA83-8A4D-858F-C1AAC58E802C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7080149" y="1014477"/>
            <a:ext cx="2438400" cy="2438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Speaker photo</a:t>
            </a:r>
          </a:p>
        </p:txBody>
      </p:sp>
      <p:sp>
        <p:nvSpPr>
          <p:cNvPr id="10" name="Picture Placeholder 16">
            <a:extLst>
              <a:ext uri="{FF2B5EF4-FFF2-40B4-BE49-F238E27FC236}">
                <a16:creationId xmlns:a16="http://schemas.microsoft.com/office/drawing/2014/main" id="{6979A80C-A79E-4F44-9A29-99E97A54EC20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2963725" y="4961719"/>
            <a:ext cx="1809104" cy="75269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Insert logo</a:t>
            </a:r>
          </a:p>
        </p:txBody>
      </p: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15DD3A09-D950-BD47-B0D7-92E416E9A7E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664928" y="3815134"/>
            <a:ext cx="4406699" cy="6052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667" b="1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1186E754-3513-5A40-8636-3D340260AB8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664928" y="4294907"/>
            <a:ext cx="4406699" cy="4794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133" b="0" i="0" baseline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Speaker Title</a:t>
            </a:r>
          </a:p>
        </p:txBody>
      </p:sp>
      <p:sp>
        <p:nvSpPr>
          <p:cNvPr id="13" name="Picture Placeholder 26">
            <a:extLst>
              <a:ext uri="{FF2B5EF4-FFF2-40B4-BE49-F238E27FC236}">
                <a16:creationId xmlns:a16="http://schemas.microsoft.com/office/drawing/2014/main" id="{15AB822E-7901-CA4C-9208-43D0D55FECA4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649077" y="1014477"/>
            <a:ext cx="2438400" cy="24384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b="0" i="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Speaker photo</a:t>
            </a:r>
          </a:p>
        </p:txBody>
      </p:sp>
    </p:spTree>
    <p:extLst>
      <p:ext uri="{BB962C8B-B14F-4D97-AF65-F5344CB8AC3E}">
        <p14:creationId xmlns:p14="http://schemas.microsoft.com/office/powerpoint/2010/main" val="20533031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44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0.xml"/><Relationship Id="rId34" Type="http://schemas.openxmlformats.org/officeDocument/2006/relationships/theme" Target="../theme/theme2.xml"/><Relationship Id="rId36" Type="http://schemas.openxmlformats.org/officeDocument/2006/relationships/image" Target="../media/image7.svg"/><Relationship Id="rId35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3.xml"/><Relationship Id="rId34" Type="http://schemas.openxmlformats.org/officeDocument/2006/relationships/theme" Target="../theme/theme3.xml"/><Relationship Id="rId36" Type="http://schemas.openxmlformats.org/officeDocument/2006/relationships/image" Target="../media/image7.svg"/><Relationship Id="rId35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76.xml"/><Relationship Id="rId10" Type="http://schemas.openxmlformats.org/officeDocument/2006/relationships/image" Target="../media/image30.svg"/><Relationship Id="rId9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625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662" r:id="rId4"/>
    <p:sldLayoutId id="214748366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F1E00AFD-BA6C-F44A-A5F9-BF8BC669C1DD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0899588" y="6469434"/>
            <a:ext cx="1011805" cy="2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75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1219170" rtl="0" eaLnBrk="1" latinLnBrk="0" hangingPunct="1">
        <a:spcBef>
          <a:spcPct val="0"/>
        </a:spcBef>
        <a:buNone/>
        <a:defRPr sz="2133" b="1" i="0" kern="1200">
          <a:solidFill>
            <a:schemeClr val="bg2"/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</p:titleStyle>
    <p:bodyStyle>
      <a:lvl1pPr marL="380990" indent="-38099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  <a:lvl2pPr marL="990575" indent="-380990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2pPr>
      <a:lvl3pPr marL="1676358" indent="-457189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F1E00AFD-BA6C-F44A-A5F9-BF8BC669C1DD}"/>
              </a:ext>
            </a:extLst>
          </p:cNvPr>
          <p:cNvPicPr>
            <a:picLocks noChangeAspect="1"/>
          </p:cNvPicPr>
          <p:nvPr userDrawn="1"/>
        </p:nvPicPr>
        <p:blipFill>
          <a:blip r:embed="rId3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/>
        </p:blipFill>
        <p:spPr>
          <a:xfrm>
            <a:off x="10899588" y="6469434"/>
            <a:ext cx="1011805" cy="2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428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9170" rtl="0" eaLnBrk="1" latinLnBrk="0" hangingPunct="1">
        <a:spcBef>
          <a:spcPct val="0"/>
        </a:spcBef>
        <a:buNone/>
        <a:defRPr sz="2133" b="1" i="0" kern="1200">
          <a:solidFill>
            <a:schemeClr val="bg2"/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</p:titleStyle>
    <p:bodyStyle>
      <a:lvl1pPr marL="380990" indent="-38099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  <a:lvl2pPr marL="990575" indent="-380990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2pPr>
      <a:lvl3pPr marL="1676358" indent="-457189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>
            <a:extLst>
              <a:ext uri="{FF2B5EF4-FFF2-40B4-BE49-F238E27FC236}">
                <a16:creationId xmlns:a16="http://schemas.microsoft.com/office/drawing/2014/main" id="{F1E00AFD-BA6C-F44A-A5F9-BF8BC669C1DD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899588" y="6469434"/>
            <a:ext cx="1011805" cy="240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75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3"/>
  </p:sldLayoutIdLst>
  <p:txStyles>
    <p:titleStyle>
      <a:lvl1pPr algn="l" defTabSz="1219170" rtl="0" eaLnBrk="1" latinLnBrk="0" hangingPunct="1">
        <a:spcBef>
          <a:spcPct val="0"/>
        </a:spcBef>
        <a:buNone/>
        <a:defRPr sz="2133" b="1" i="0" kern="1200">
          <a:solidFill>
            <a:schemeClr val="bg2"/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</p:titleStyle>
    <p:bodyStyle>
      <a:lvl1pPr marL="380990" indent="-380990" algn="l" defTabSz="121917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1pPr>
      <a:lvl2pPr marL="990575" indent="-380990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2pPr>
      <a:lvl3pPr marL="1676358" indent="-457189" algn="l" defTabSz="1219170" rtl="0" eaLnBrk="1" latinLnBrk="0" hangingPunct="1">
        <a:spcBef>
          <a:spcPct val="20000"/>
        </a:spcBef>
        <a:buClr>
          <a:schemeClr val="tx2"/>
        </a:buClr>
        <a:buFont typeface="Arial"/>
        <a:buChar char="•"/>
        <a:defRPr sz="2133" b="0" i="0" kern="1200">
          <a:solidFill>
            <a:schemeClr val="tx1">
              <a:lumMod val="75000"/>
              <a:lumOff val="25000"/>
            </a:schemeClr>
          </a:solidFill>
          <a:latin typeface="Arial" panose="020B0604020202020204" pitchFamily="34" charset="0"/>
          <a:ea typeface="Verdana" charset="0"/>
          <a:cs typeface="Arial" panose="020B0604020202020204" pitchFamily="34" charset="0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133" kern="1200">
          <a:solidFill>
            <a:schemeClr val="tx1">
              <a:lumMod val="75000"/>
              <a:lumOff val="25000"/>
            </a:schemeClr>
          </a:solidFill>
          <a:latin typeface="Trebuchet MS"/>
          <a:ea typeface="+mn-ea"/>
          <a:cs typeface="Trebuchet M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1C25747-8F11-D123-225E-DC16F01AB5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Project 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7E5FC-6A74-ED39-BDC5-785A1A84D8C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Date</a:t>
            </a:r>
          </a:p>
        </p:txBody>
      </p:sp>
      <p:pic>
        <p:nvPicPr>
          <p:cNvPr id="4" name="Picture 3" descr="generic finance and marketing icon logo Template | PosterMyWall">
            <a:extLst>
              <a:ext uri="{FF2B5EF4-FFF2-40B4-BE49-F238E27FC236}">
                <a16:creationId xmlns:a16="http://schemas.microsoft.com/office/drawing/2014/main" id="{DAACC0B8-582D-AFFE-7B92-50EFF1A095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85" b="39403"/>
          <a:stretch/>
        </p:blipFill>
        <p:spPr bwMode="auto">
          <a:xfrm>
            <a:off x="7950848" y="253640"/>
            <a:ext cx="4080850" cy="861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6036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0896F2-F005-171D-C410-1BDE34C2A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28" y="1053750"/>
            <a:ext cx="10564131" cy="675127"/>
          </a:xfrm>
        </p:spPr>
        <p:txBody>
          <a:bodyPr/>
          <a:lstStyle/>
          <a:p>
            <a:pPr marL="0" indent="0">
              <a:buNone/>
            </a:pPr>
            <a:r>
              <a:rPr lang="en-US" sz="1300" dirty="0">
                <a:solidFill>
                  <a:schemeClr val="accent1"/>
                </a:solidFill>
              </a:rPr>
              <a:t>Karta Consulting Group is pleased to present this Anaplan services implementation proposal for &lt;Client Name&gt; as your organization evaluates a roadmap forward. &lt;Client Name&gt; is looking to modernize the enabling technologies underpinning the Financial Planning &amp; Analysis processes, with an emphasis on a shifting time spent to more value-added work.</a:t>
            </a:r>
          </a:p>
          <a:p>
            <a:pPr marL="0" indent="0">
              <a:buNone/>
            </a:pPr>
            <a:endParaRPr lang="en-US" sz="13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sz="1300" dirty="0">
              <a:solidFill>
                <a:schemeClr val="accent1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CF0A93B-EBFE-0312-2322-BCE1B2766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 &amp; Objectives</a:t>
            </a:r>
          </a:p>
        </p:txBody>
      </p:sp>
      <p:pic>
        <p:nvPicPr>
          <p:cNvPr id="4" name="Picture 3" descr="generic finance and marketing icon logo Template | PosterMyWall">
            <a:extLst>
              <a:ext uri="{FF2B5EF4-FFF2-40B4-BE49-F238E27FC236}">
                <a16:creationId xmlns:a16="http://schemas.microsoft.com/office/drawing/2014/main" id="{CF9144D3-1210-EA75-EFC0-782F82C016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85" b="39403"/>
          <a:stretch/>
        </p:blipFill>
        <p:spPr bwMode="auto">
          <a:xfrm>
            <a:off x="8380181" y="140402"/>
            <a:ext cx="3709864" cy="783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B475376B-9993-4548-7B05-2A5EC80DA079}"/>
              </a:ext>
            </a:extLst>
          </p:cNvPr>
          <p:cNvSpPr txBox="1">
            <a:spLocks/>
          </p:cNvSpPr>
          <p:nvPr/>
        </p:nvSpPr>
        <p:spPr>
          <a:xfrm>
            <a:off x="663194" y="2188763"/>
            <a:ext cx="11205153" cy="48163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Anaplan Solution to Enable FP&amp;A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Develop a modern Anaplan solution to enable &lt;Client Name&gt;’s budgeting and forecasting cycles of the P&amp;L, Balance Sheet, and Cash Flow.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Best Practice Planning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Minimize manual effort, reduce risk, and offer one version of the truth with best practice bottoms-up planning and high-level forecast adjustments.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2A654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Strategic Data Integration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Integrate with strategic data sources such as ERP, HR Systems, and Operational Data Warehouses to support planning and reporting.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Business-Owned Solution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Leverage &lt;Client Name&gt;’s Model Builders throughout the implementation to create a business-owned solution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Training &amp; Adoption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Drive adoption of the solution through an effective Training &amp; Change Management approach.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Key Reporting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Drive accountability and empower end-users with operational reporting and drill-down capabilities. Provide leadership with visibility to key financial reporting.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A654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Long-term Connected Planning</a:t>
            </a:r>
          </a:p>
          <a:p>
            <a:pPr marL="344488" marR="0" lvl="1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Construct a foundation of data, process, and people for long-term connected planning and realizing the ROI of Anaplan.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A654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2A654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97CE5C5D-FC0D-6064-BD0D-1A5A74A9139F}"/>
              </a:ext>
            </a:extLst>
          </p:cNvPr>
          <p:cNvSpPr txBox="1">
            <a:spLocks/>
          </p:cNvSpPr>
          <p:nvPr/>
        </p:nvSpPr>
        <p:spPr>
          <a:xfrm>
            <a:off x="638928" y="1777460"/>
            <a:ext cx="10564131" cy="314137"/>
          </a:xfrm>
          <a:prstGeom prst="rect">
            <a:avLst/>
          </a:prstGeom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979187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DEA61F1-82EA-A8BE-E5FF-B34F734B2597}"/>
              </a:ext>
            </a:extLst>
          </p:cNvPr>
          <p:cNvCxnSpPr>
            <a:cxnSpLocks/>
          </p:cNvCxnSpPr>
          <p:nvPr/>
        </p:nvCxnSpPr>
        <p:spPr>
          <a:xfrm flipV="1">
            <a:off x="732088" y="2099121"/>
            <a:ext cx="10470971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663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3BD44D-6034-1B61-C933-CC455E6A7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&amp; Resourcing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EEF717-14E1-0ADA-9E84-EDB9E015F311}"/>
              </a:ext>
            </a:extLst>
          </p:cNvPr>
          <p:cNvSpPr/>
          <p:nvPr/>
        </p:nvSpPr>
        <p:spPr>
          <a:xfrm>
            <a:off x="505703" y="1269562"/>
            <a:ext cx="2052858" cy="58739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Foundations</a:t>
            </a:r>
          </a:p>
          <a:p>
            <a:pPr algn="ctr"/>
            <a:r>
              <a:rPr lang="en-US" sz="1100" i="1" dirty="0"/>
              <a:t>3 weeks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E0A2B4-1701-0B9E-165C-130D250BDA66}"/>
              </a:ext>
            </a:extLst>
          </p:cNvPr>
          <p:cNvSpPr/>
          <p:nvPr/>
        </p:nvSpPr>
        <p:spPr>
          <a:xfrm>
            <a:off x="505703" y="1959230"/>
            <a:ext cx="2052858" cy="197907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Build</a:t>
            </a:r>
          </a:p>
          <a:p>
            <a:pPr algn="ctr"/>
            <a:r>
              <a:rPr lang="en-US" sz="1000" i="1" dirty="0"/>
              <a:t>7 weeks</a:t>
            </a:r>
            <a:endParaRPr lang="en-US" sz="1000" b="1" dirty="0"/>
          </a:p>
          <a:p>
            <a:pPr algn="ctr"/>
            <a:endParaRPr lang="en-US" sz="12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A2C71-D7BB-D4A2-7F21-6ECB567F5437}"/>
              </a:ext>
            </a:extLst>
          </p:cNvPr>
          <p:cNvSpPr/>
          <p:nvPr/>
        </p:nvSpPr>
        <p:spPr>
          <a:xfrm>
            <a:off x="505703" y="4053864"/>
            <a:ext cx="2052858" cy="96436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Test, Train, &amp; Deploy</a:t>
            </a:r>
          </a:p>
          <a:p>
            <a:pPr algn="ctr"/>
            <a:r>
              <a:rPr lang="en-US" sz="1000" i="1" dirty="0"/>
              <a:t>4 weeks</a:t>
            </a:r>
            <a:endParaRPr lang="en-US" sz="1000" b="1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374FC19-92CB-E392-E8DB-9BDA6C3CD447}"/>
              </a:ext>
            </a:extLst>
          </p:cNvPr>
          <p:cNvGraphicFramePr>
            <a:graphicFrameLocks noGrp="1"/>
          </p:cNvGraphicFramePr>
          <p:nvPr/>
        </p:nvGraphicFramePr>
        <p:xfrm>
          <a:off x="2641405" y="766337"/>
          <a:ext cx="9028956" cy="2553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413">
                  <a:extLst>
                    <a:ext uri="{9D8B030D-6E8A-4147-A177-3AD203B41FA5}">
                      <a16:colId xmlns:a16="http://schemas.microsoft.com/office/drawing/2014/main" val="3818126662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3568150657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3216960639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3500289333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1569346496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2746642040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297094482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4164794705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4205421923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2006557215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3673504983"/>
                    </a:ext>
                  </a:extLst>
                </a:gridCol>
                <a:gridCol w="752413">
                  <a:extLst>
                    <a:ext uri="{9D8B030D-6E8A-4147-A177-3AD203B41FA5}">
                      <a16:colId xmlns:a16="http://schemas.microsoft.com/office/drawing/2014/main" val="2336979561"/>
                    </a:ext>
                  </a:extLst>
                </a:gridCol>
              </a:tblGrid>
              <a:tr h="255378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0017997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DEF844-782E-9E5B-4E5C-412716AE5BBE}"/>
              </a:ext>
            </a:extLst>
          </p:cNvPr>
          <p:cNvCxnSpPr>
            <a:cxnSpLocks/>
          </p:cNvCxnSpPr>
          <p:nvPr/>
        </p:nvCxnSpPr>
        <p:spPr>
          <a:xfrm>
            <a:off x="2659571" y="1130828"/>
            <a:ext cx="8919451" cy="1045"/>
          </a:xfrm>
          <a:prstGeom prst="line">
            <a:avLst/>
          </a:prstGeom>
          <a:ln w="28575">
            <a:solidFill>
              <a:schemeClr val="accent1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AB46DF8-8773-4ADB-F348-A155C0D1A76B}"/>
              </a:ext>
            </a:extLst>
          </p:cNvPr>
          <p:cNvSpPr/>
          <p:nvPr/>
        </p:nvSpPr>
        <p:spPr>
          <a:xfrm>
            <a:off x="600617" y="962729"/>
            <a:ext cx="2052858" cy="3193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200" b="1" dirty="0">
                <a:solidFill>
                  <a:schemeClr val="accent1"/>
                </a:solidFill>
              </a:rPr>
              <a:t>12 Week Implementation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D147E08-4C4E-2098-6EA5-3BE39A5A3042}"/>
              </a:ext>
            </a:extLst>
          </p:cNvPr>
          <p:cNvSpPr/>
          <p:nvPr/>
        </p:nvSpPr>
        <p:spPr>
          <a:xfrm>
            <a:off x="2659571" y="1269562"/>
            <a:ext cx="9010790" cy="58739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7EFFEB-F039-3E24-78E6-31330511D6B7}"/>
              </a:ext>
            </a:extLst>
          </p:cNvPr>
          <p:cNvSpPr/>
          <p:nvPr/>
        </p:nvSpPr>
        <p:spPr>
          <a:xfrm>
            <a:off x="2730867" y="1324702"/>
            <a:ext cx="1398181" cy="20000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Requirements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4625D7A-DC68-0B8E-3F09-B03F4E844668}"/>
              </a:ext>
            </a:extLst>
          </p:cNvPr>
          <p:cNvSpPr/>
          <p:nvPr/>
        </p:nvSpPr>
        <p:spPr>
          <a:xfrm>
            <a:off x="3484007" y="1590829"/>
            <a:ext cx="1398181" cy="200008"/>
          </a:xfrm>
          <a:prstGeom prst="round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Design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7D508C-E7DF-DE8E-71DD-C547187F68F6}"/>
              </a:ext>
            </a:extLst>
          </p:cNvPr>
          <p:cNvSpPr/>
          <p:nvPr/>
        </p:nvSpPr>
        <p:spPr>
          <a:xfrm>
            <a:off x="2659571" y="1959230"/>
            <a:ext cx="9010790" cy="1979071"/>
          </a:xfrm>
          <a:prstGeom prst="rect">
            <a:avLst/>
          </a:prstGeom>
          <a:solidFill>
            <a:schemeClr val="accent2"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A7503F1-797B-9F74-2830-B7688A868D39}"/>
              </a:ext>
            </a:extLst>
          </p:cNvPr>
          <p:cNvSpPr/>
          <p:nvPr/>
        </p:nvSpPr>
        <p:spPr>
          <a:xfrm>
            <a:off x="4129048" y="2012100"/>
            <a:ext cx="5236535" cy="200008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Build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ACCC3B9E-F99C-424E-1319-0D6C210B36DD}"/>
              </a:ext>
            </a:extLst>
          </p:cNvPr>
          <p:cNvSpPr/>
          <p:nvPr/>
        </p:nvSpPr>
        <p:spPr>
          <a:xfrm>
            <a:off x="4129049" y="2285384"/>
            <a:ext cx="1557668" cy="2000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Data Hub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513AAA-B484-73B2-E848-56F5E1F0F88A}"/>
              </a:ext>
            </a:extLst>
          </p:cNvPr>
          <p:cNvSpPr/>
          <p:nvPr/>
        </p:nvSpPr>
        <p:spPr>
          <a:xfrm>
            <a:off x="4944942" y="2558668"/>
            <a:ext cx="1557668" cy="2000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Revenue Forecast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EEE25C8E-21CD-1FAD-0F76-22DAF48B0CEE}"/>
              </a:ext>
            </a:extLst>
          </p:cNvPr>
          <p:cNvSpPr/>
          <p:nvPr/>
        </p:nvSpPr>
        <p:spPr>
          <a:xfrm>
            <a:off x="5723775" y="2831952"/>
            <a:ext cx="2296471" cy="2000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 err="1"/>
              <a:t>OpEx</a:t>
            </a:r>
            <a:r>
              <a:rPr lang="en-US" sz="1000" dirty="0"/>
              <a:t> &amp; Capital Planning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CCB658-29F2-1E08-F109-926330AA5462}"/>
              </a:ext>
            </a:extLst>
          </p:cNvPr>
          <p:cNvSpPr/>
          <p:nvPr/>
        </p:nvSpPr>
        <p:spPr>
          <a:xfrm>
            <a:off x="6462579" y="3105236"/>
            <a:ext cx="1557668" cy="2000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Workforce Planning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3662E6E-9D63-2147-3BCC-7A8FE800D98B}"/>
              </a:ext>
            </a:extLst>
          </p:cNvPr>
          <p:cNvSpPr/>
          <p:nvPr/>
        </p:nvSpPr>
        <p:spPr>
          <a:xfrm>
            <a:off x="7220148" y="3378520"/>
            <a:ext cx="1557668" cy="2000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Balance Sheet &amp; CF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D6FCD7-83ED-F6B1-7EAB-F74A1E7B7AC9}"/>
              </a:ext>
            </a:extLst>
          </p:cNvPr>
          <p:cNvSpPr/>
          <p:nvPr/>
        </p:nvSpPr>
        <p:spPr>
          <a:xfrm>
            <a:off x="7807915" y="3647706"/>
            <a:ext cx="1557668" cy="204107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Reporting &amp; Security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FD9A6AA-E57D-05E3-731A-1FD28E83AC74}"/>
              </a:ext>
            </a:extLst>
          </p:cNvPr>
          <p:cNvSpPr/>
          <p:nvPr/>
        </p:nvSpPr>
        <p:spPr>
          <a:xfrm>
            <a:off x="2659571" y="4053864"/>
            <a:ext cx="9010790" cy="964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2E2F02B-BA9A-835C-68B6-D62C045FDAF9}"/>
              </a:ext>
            </a:extLst>
          </p:cNvPr>
          <p:cNvSpPr/>
          <p:nvPr/>
        </p:nvSpPr>
        <p:spPr>
          <a:xfrm>
            <a:off x="9376215" y="4144868"/>
            <a:ext cx="1557668" cy="200008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User Acceptance Testing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644E018-4A86-354A-EEA5-48FA975A2A30}"/>
              </a:ext>
            </a:extLst>
          </p:cNvPr>
          <p:cNvSpPr/>
          <p:nvPr/>
        </p:nvSpPr>
        <p:spPr>
          <a:xfrm>
            <a:off x="10933883" y="4685612"/>
            <a:ext cx="684028" cy="20116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Deploy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278EC51-41B7-261C-8F53-40511787DAB3}"/>
              </a:ext>
            </a:extLst>
          </p:cNvPr>
          <p:cNvSpPr/>
          <p:nvPr/>
        </p:nvSpPr>
        <p:spPr>
          <a:xfrm>
            <a:off x="10535164" y="4414659"/>
            <a:ext cx="1082747" cy="201169"/>
          </a:xfrm>
          <a:prstGeom prst="round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/>
              <a:t>Train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9956286-CA89-14DA-EFCC-B5EDE5617958}"/>
              </a:ext>
            </a:extLst>
          </p:cNvPr>
          <p:cNvCxnSpPr>
            <a:cxnSpLocks/>
          </p:cNvCxnSpPr>
          <p:nvPr/>
        </p:nvCxnSpPr>
        <p:spPr>
          <a:xfrm>
            <a:off x="2659570" y="5351623"/>
            <a:ext cx="8919451" cy="1045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C0884E8-91E7-7E63-5A11-54C1389F906E}"/>
              </a:ext>
            </a:extLst>
          </p:cNvPr>
          <p:cNvCxnSpPr>
            <a:cxnSpLocks/>
          </p:cNvCxnSpPr>
          <p:nvPr/>
        </p:nvCxnSpPr>
        <p:spPr>
          <a:xfrm>
            <a:off x="2659570" y="5753239"/>
            <a:ext cx="8919451" cy="1045"/>
          </a:xfrm>
          <a:prstGeom prst="line">
            <a:avLst/>
          </a:prstGeom>
          <a:ln w="19050">
            <a:solidFill>
              <a:schemeClr val="accent1"/>
            </a:solidFill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0107597-17D0-4140-9A76-7D5BA4BC17CB}"/>
              </a:ext>
            </a:extLst>
          </p:cNvPr>
          <p:cNvCxnSpPr>
            <a:cxnSpLocks/>
          </p:cNvCxnSpPr>
          <p:nvPr/>
        </p:nvCxnSpPr>
        <p:spPr>
          <a:xfrm>
            <a:off x="2659569" y="5552431"/>
            <a:ext cx="8919451" cy="1045"/>
          </a:xfrm>
          <a:prstGeom prst="line">
            <a:avLst/>
          </a:prstGeom>
          <a:ln w="19050">
            <a:solidFill>
              <a:schemeClr val="accent1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9E37C48-6B55-46E4-B240-78995DA34959}"/>
              </a:ext>
            </a:extLst>
          </p:cNvPr>
          <p:cNvSpPr/>
          <p:nvPr/>
        </p:nvSpPr>
        <p:spPr>
          <a:xfrm>
            <a:off x="6099646" y="5261368"/>
            <a:ext cx="2039426" cy="17793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Account Executive (5-8 hrs.)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E119529-9323-C252-EA59-8CEA3BC78315}"/>
              </a:ext>
            </a:extLst>
          </p:cNvPr>
          <p:cNvSpPr/>
          <p:nvPr/>
        </p:nvSpPr>
        <p:spPr>
          <a:xfrm>
            <a:off x="6099646" y="5461781"/>
            <a:ext cx="2039426" cy="18986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Solution Architect (8-12 hrs.)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4BD5343-E139-1FD3-C787-2F1248DCA646}"/>
              </a:ext>
            </a:extLst>
          </p:cNvPr>
          <p:cNvSpPr/>
          <p:nvPr/>
        </p:nvSpPr>
        <p:spPr>
          <a:xfrm>
            <a:off x="6099646" y="5677315"/>
            <a:ext cx="2039426" cy="155466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Project Lead (42 hrs.)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235D453-8173-6E8D-5BD7-2828FFD33DF7}"/>
              </a:ext>
            </a:extLst>
          </p:cNvPr>
          <p:cNvCxnSpPr>
            <a:cxnSpLocks/>
          </p:cNvCxnSpPr>
          <p:nvPr/>
        </p:nvCxnSpPr>
        <p:spPr>
          <a:xfrm>
            <a:off x="2674810" y="6055649"/>
            <a:ext cx="8919451" cy="1045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5E5D24F-6C34-31A7-53AC-0F979434E225}"/>
              </a:ext>
            </a:extLst>
          </p:cNvPr>
          <p:cNvCxnSpPr>
            <a:cxnSpLocks/>
          </p:cNvCxnSpPr>
          <p:nvPr/>
        </p:nvCxnSpPr>
        <p:spPr>
          <a:xfrm>
            <a:off x="2674810" y="6462852"/>
            <a:ext cx="8919451" cy="1045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E7CA4E0F-B0B9-1254-2B5A-F45CAC3A2F62}"/>
              </a:ext>
            </a:extLst>
          </p:cNvPr>
          <p:cNvCxnSpPr>
            <a:cxnSpLocks/>
          </p:cNvCxnSpPr>
          <p:nvPr/>
        </p:nvCxnSpPr>
        <p:spPr>
          <a:xfrm>
            <a:off x="2674809" y="6263900"/>
            <a:ext cx="8919451" cy="1045"/>
          </a:xfrm>
          <a:prstGeom prst="line">
            <a:avLst/>
          </a:prstGeom>
          <a:ln w="19050">
            <a:solidFill>
              <a:schemeClr val="accent5"/>
            </a:solidFill>
            <a:prstDash val="sysDash"/>
            <a:headEnd type="diamond" w="med" len="med"/>
            <a:tailEnd type="diamond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8FBBBEA4-397E-E948-49A3-51B004B3492C}"/>
              </a:ext>
            </a:extLst>
          </p:cNvPr>
          <p:cNvSpPr/>
          <p:nvPr/>
        </p:nvSpPr>
        <p:spPr>
          <a:xfrm>
            <a:off x="6099646" y="5995872"/>
            <a:ext cx="2039426" cy="12551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Project Leadership (3-5 hrs.)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72471E0-7AD6-DAAD-AD7F-1BA00BF365DB}"/>
              </a:ext>
            </a:extLst>
          </p:cNvPr>
          <p:cNvSpPr/>
          <p:nvPr/>
        </p:nvSpPr>
        <p:spPr>
          <a:xfrm>
            <a:off x="6099646" y="6175210"/>
            <a:ext cx="2039426" cy="17842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Subject Matter Experts (8-10 hrs.)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A45A1615-326D-BFD3-C6C8-4AD0FA026C30}"/>
              </a:ext>
            </a:extLst>
          </p:cNvPr>
          <p:cNvSpPr/>
          <p:nvPr/>
        </p:nvSpPr>
        <p:spPr>
          <a:xfrm>
            <a:off x="6099646" y="6379306"/>
            <a:ext cx="2039426" cy="16934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accent1"/>
                </a:solidFill>
              </a:rPr>
              <a:t>Model Builder(s) (10-20 hrs.)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34B74B2-7273-CB4F-6AA0-9010D42AC933}"/>
              </a:ext>
            </a:extLst>
          </p:cNvPr>
          <p:cNvSpPr/>
          <p:nvPr/>
        </p:nvSpPr>
        <p:spPr>
          <a:xfrm>
            <a:off x="505703" y="5226423"/>
            <a:ext cx="11164658" cy="1367633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53EB89-8A47-DBFF-F2E2-43168974DB73}"/>
              </a:ext>
            </a:extLst>
          </p:cNvPr>
          <p:cNvSpPr/>
          <p:nvPr/>
        </p:nvSpPr>
        <p:spPr>
          <a:xfrm>
            <a:off x="317222" y="5038177"/>
            <a:ext cx="1123536" cy="1779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i="1">
                <a:solidFill>
                  <a:schemeClr val="tx2"/>
                </a:solidFill>
              </a:rPr>
              <a:t>Resources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C818AC-25F6-CE1F-085E-CBDB5CAE32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360" y="5331498"/>
            <a:ext cx="1237801" cy="450467"/>
          </a:xfrm>
          <a:prstGeom prst="rect">
            <a:avLst/>
          </a:prstGeom>
        </p:spPr>
      </p:pic>
      <p:pic>
        <p:nvPicPr>
          <p:cNvPr id="10" name="Picture 9" descr="generic finance and marketing icon logo Template | PosterMyWall">
            <a:extLst>
              <a:ext uri="{FF2B5EF4-FFF2-40B4-BE49-F238E27FC236}">
                <a16:creationId xmlns:a16="http://schemas.microsoft.com/office/drawing/2014/main" id="{6CB4FD9D-2D49-46E4-FA74-4DEA7F32BC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85" b="39403"/>
          <a:stretch/>
        </p:blipFill>
        <p:spPr bwMode="auto">
          <a:xfrm>
            <a:off x="580258" y="6055649"/>
            <a:ext cx="1903747" cy="401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6457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2BF0478-D189-BDC6-2A34-C221621CD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Status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2D5D9CF-BB7A-B5B6-2BCE-FF3548484E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388726"/>
              </p:ext>
            </p:extLst>
          </p:nvPr>
        </p:nvGraphicFramePr>
        <p:xfrm>
          <a:off x="5435122" y="128532"/>
          <a:ext cx="4032369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09939">
                  <a:extLst>
                    <a:ext uri="{9D8B030D-6E8A-4147-A177-3AD203B41FA5}">
                      <a16:colId xmlns:a16="http://schemas.microsoft.com/office/drawing/2014/main" val="3236513005"/>
                    </a:ext>
                  </a:extLst>
                </a:gridCol>
                <a:gridCol w="2622430">
                  <a:extLst>
                    <a:ext uri="{9D8B030D-6E8A-4147-A177-3AD203B41FA5}">
                      <a16:colId xmlns:a16="http://schemas.microsoft.com/office/drawing/2014/main" val="108338825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Project Name: Software Implementation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45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Project Manager(s)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Client Name, Karta Name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32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Status Period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dirty="0"/>
                        <a:t>Week of 1/1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4922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19C4435-B28D-18D5-1D4F-B786E3C11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2249887"/>
              </p:ext>
            </p:extLst>
          </p:nvPr>
        </p:nvGraphicFramePr>
        <p:xfrm>
          <a:off x="9678838" y="99922"/>
          <a:ext cx="2372264" cy="975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64566">
                  <a:extLst>
                    <a:ext uri="{9D8B030D-6E8A-4147-A177-3AD203B41FA5}">
                      <a16:colId xmlns:a16="http://schemas.microsoft.com/office/drawing/2014/main" val="3236513005"/>
                    </a:ext>
                  </a:extLst>
                </a:gridCol>
                <a:gridCol w="1207698">
                  <a:extLst>
                    <a:ext uri="{9D8B030D-6E8A-4147-A177-3AD203B41FA5}">
                      <a16:colId xmlns:a16="http://schemas.microsoft.com/office/drawing/2014/main" val="1083388252"/>
                    </a:ext>
                  </a:extLst>
                </a:gridCol>
              </a:tblGrid>
              <a:tr h="189510">
                <a:tc gridSpan="2">
                  <a:txBody>
                    <a:bodyPr/>
                    <a:lstStyle/>
                    <a:p>
                      <a:pPr algn="l"/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Overall Status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sz="1000" b="1" dirty="0">
                          <a:solidFill>
                            <a:schemeClr val="accent1">
                              <a:lumMod val="75000"/>
                              <a:lumOff val="25000"/>
                            </a:schemeClr>
                          </a:solidFill>
                        </a:rPr>
                        <a:t>Green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accent5"/>
                          </a:solidFill>
                        </a:rPr>
                        <a:t>Yellow </a:t>
                      </a:r>
                      <a:r>
                        <a:rPr lang="en-US" sz="10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/>
                      <a:endParaRPr lang="en-US" sz="12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145176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Scope &amp; Schedule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7326723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944545"/>
                  </a:ext>
                </a:extLst>
              </a:tr>
              <a:tr h="18951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1628786"/>
                  </a:ext>
                </a:extLst>
              </a:tr>
            </a:tbl>
          </a:graphicData>
        </a:graphic>
      </p:graphicFrame>
      <p:sp>
        <p:nvSpPr>
          <p:cNvPr id="12" name="Oval 11">
            <a:extLst>
              <a:ext uri="{FF2B5EF4-FFF2-40B4-BE49-F238E27FC236}">
                <a16:creationId xmlns:a16="http://schemas.microsoft.com/office/drawing/2014/main" id="{BDB57FD0-807A-C07C-6819-EC9C81F1CB41}"/>
              </a:ext>
            </a:extLst>
          </p:cNvPr>
          <p:cNvSpPr/>
          <p:nvPr/>
        </p:nvSpPr>
        <p:spPr>
          <a:xfrm>
            <a:off x="11351840" y="614485"/>
            <a:ext cx="198408" cy="1897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066D01-8431-4989-8C1D-DB095411F7C9}"/>
              </a:ext>
            </a:extLst>
          </p:cNvPr>
          <p:cNvSpPr/>
          <p:nvPr/>
        </p:nvSpPr>
        <p:spPr>
          <a:xfrm>
            <a:off x="11351840" y="864528"/>
            <a:ext cx="198408" cy="189781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6CEDE9B-38B9-7562-C417-B79DFE665882}"/>
              </a:ext>
            </a:extLst>
          </p:cNvPr>
          <p:cNvSpPr txBox="1"/>
          <p:nvPr/>
        </p:nvSpPr>
        <p:spPr>
          <a:xfrm>
            <a:off x="663194" y="1129609"/>
            <a:ext cx="222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Milestones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FFACD262-F359-34A6-5811-9F5AAED7AF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1447709"/>
              </p:ext>
            </p:extLst>
          </p:nvPr>
        </p:nvGraphicFramePr>
        <p:xfrm>
          <a:off x="663194" y="1615810"/>
          <a:ext cx="4241443" cy="2697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12254">
                  <a:extLst>
                    <a:ext uri="{9D8B030D-6E8A-4147-A177-3AD203B41FA5}">
                      <a16:colId xmlns:a16="http://schemas.microsoft.com/office/drawing/2014/main" val="3236513005"/>
                    </a:ext>
                  </a:extLst>
                </a:gridCol>
                <a:gridCol w="793630">
                  <a:extLst>
                    <a:ext uri="{9D8B030D-6E8A-4147-A177-3AD203B41FA5}">
                      <a16:colId xmlns:a16="http://schemas.microsoft.com/office/drawing/2014/main" val="1083388252"/>
                    </a:ext>
                  </a:extLst>
                </a:gridCol>
                <a:gridCol w="793630">
                  <a:extLst>
                    <a:ext uri="{9D8B030D-6E8A-4147-A177-3AD203B41FA5}">
                      <a16:colId xmlns:a16="http://schemas.microsoft.com/office/drawing/2014/main" val="1721066105"/>
                    </a:ext>
                  </a:extLst>
                </a:gridCol>
                <a:gridCol w="1341929">
                  <a:extLst>
                    <a:ext uri="{9D8B030D-6E8A-4147-A177-3AD203B41FA5}">
                      <a16:colId xmlns:a16="http://schemas.microsoft.com/office/drawing/2014/main" val="213060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Milestone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Orig.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New Date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2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Kickoff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4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Requirements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50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Design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80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Build: Data Hub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1/29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6098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Build: Revenue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2/15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05498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Build: Expenses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3/1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4080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Build: Reporting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3/18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3/18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701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UAT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2185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Training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64009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Go-Live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4/19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34177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E577C82-427C-A9BD-80EC-6E799BFCD61E}"/>
              </a:ext>
            </a:extLst>
          </p:cNvPr>
          <p:cNvSpPr txBox="1"/>
          <p:nvPr/>
        </p:nvSpPr>
        <p:spPr>
          <a:xfrm>
            <a:off x="5435122" y="1129609"/>
            <a:ext cx="3415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Activities Completed &amp; Planned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669837-6CE6-1D16-FEB4-AC6F0A196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820361"/>
              </p:ext>
            </p:extLst>
          </p:nvPr>
        </p:nvGraphicFramePr>
        <p:xfrm>
          <a:off x="5435122" y="1609194"/>
          <a:ext cx="6615980" cy="270409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307990">
                  <a:extLst>
                    <a:ext uri="{9D8B030D-6E8A-4147-A177-3AD203B41FA5}">
                      <a16:colId xmlns:a16="http://schemas.microsoft.com/office/drawing/2014/main" val="3236513005"/>
                    </a:ext>
                  </a:extLst>
                </a:gridCol>
                <a:gridCol w="3307990">
                  <a:extLst>
                    <a:ext uri="{9D8B030D-6E8A-4147-A177-3AD203B41FA5}">
                      <a16:colId xmlns:a16="http://schemas.microsoft.com/office/drawing/2014/main" val="2130602626"/>
                    </a:ext>
                  </a:extLst>
                </a:gridCol>
              </a:tblGrid>
              <a:tr h="275024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Accomplishments This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Planned Activities Next Week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26723"/>
                  </a:ext>
                </a:extLst>
              </a:tr>
              <a:tr h="2429072"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[Insert Activities from current week]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/>
                        <a:t>[Insert Activities from current week]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dirty="0"/>
                        <a:t>[Insert Activities from current week]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dirty="0"/>
                        <a:t>Decision</a:t>
                      </a:r>
                      <a:r>
                        <a:rPr lang="en-US" sz="1100" dirty="0"/>
                        <a:t>: List Key Decisions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dirty="0"/>
                        <a:t>Decision</a:t>
                      </a:r>
                      <a:r>
                        <a:rPr lang="en-US" sz="1100" dirty="0"/>
                        <a:t>: List Key Decisions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dirty="0"/>
                        <a:t>Decision</a:t>
                      </a:r>
                      <a:r>
                        <a:rPr lang="en-US" sz="1100" dirty="0"/>
                        <a:t>: List Key Decisions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[Planned Activities for next week]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[Planned Activities for next week]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dirty="0"/>
                        <a:t>[Planned Activities for next week]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100" b="1" dirty="0"/>
                        <a:t>Action</a:t>
                      </a:r>
                      <a:r>
                        <a:rPr lang="en-US" sz="1100" dirty="0"/>
                        <a:t>: List Key Action Items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dirty="0"/>
                        <a:t>Action</a:t>
                      </a:r>
                      <a:r>
                        <a:rPr lang="en-US" sz="1100" dirty="0"/>
                        <a:t>: List Key Action Items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100" b="1" dirty="0"/>
                        <a:t>Action</a:t>
                      </a:r>
                      <a:r>
                        <a:rPr lang="en-US" sz="1100" dirty="0"/>
                        <a:t>: List Key Action Items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4922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E657552-09C5-24AF-E030-7D05CCA360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791803"/>
              </p:ext>
            </p:extLst>
          </p:nvPr>
        </p:nvGraphicFramePr>
        <p:xfrm>
          <a:off x="663193" y="4832353"/>
          <a:ext cx="11387910" cy="990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8354">
                  <a:extLst>
                    <a:ext uri="{9D8B030D-6E8A-4147-A177-3AD203B41FA5}">
                      <a16:colId xmlns:a16="http://schemas.microsoft.com/office/drawing/2014/main" val="3236513005"/>
                    </a:ext>
                  </a:extLst>
                </a:gridCol>
                <a:gridCol w="4481423">
                  <a:extLst>
                    <a:ext uri="{9D8B030D-6E8A-4147-A177-3AD203B41FA5}">
                      <a16:colId xmlns:a16="http://schemas.microsoft.com/office/drawing/2014/main" val="1083388252"/>
                    </a:ext>
                  </a:extLst>
                </a:gridCol>
                <a:gridCol w="4481423">
                  <a:extLst>
                    <a:ext uri="{9D8B030D-6E8A-4147-A177-3AD203B41FA5}">
                      <a16:colId xmlns:a16="http://schemas.microsoft.com/office/drawing/2014/main" val="1721066105"/>
                    </a:ext>
                  </a:extLst>
                </a:gridCol>
                <a:gridCol w="1276710">
                  <a:extLst>
                    <a:ext uri="{9D8B030D-6E8A-4147-A177-3AD203B41FA5}">
                      <a16:colId xmlns:a16="http://schemas.microsoft.com/office/drawing/2014/main" val="213060262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Risks or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Mitigation Plan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3267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Issue (</a:t>
                      </a:r>
                      <a:r>
                        <a:rPr lang="en-US" sz="1000" b="1" dirty="0"/>
                        <a:t>High</a:t>
                      </a:r>
                      <a:r>
                        <a:rPr lang="en-US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the risk or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mitigation plan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Complete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149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Risk (</a:t>
                      </a:r>
                      <a:r>
                        <a:rPr lang="en-US" sz="1000" b="1" dirty="0"/>
                        <a:t>High</a:t>
                      </a:r>
                      <a:r>
                        <a:rPr lang="en-US" sz="1000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the risk or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mitigation plan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In Progress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503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Risk (</a:t>
                      </a:r>
                      <a:r>
                        <a:rPr lang="en-US" sz="1000" b="1" dirty="0"/>
                        <a:t>Low</a:t>
                      </a:r>
                      <a:r>
                        <a:rPr lang="en-US" sz="1000" b="0" dirty="0"/>
                        <a:t>)</a:t>
                      </a:r>
                      <a:endParaRPr 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the risk or issue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dirty="0"/>
                        <a:t>Describe mitigation plan &amp; next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Not Started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3801195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F483280F-7C3D-84BC-D985-D10D4EA67449}"/>
              </a:ext>
            </a:extLst>
          </p:cNvPr>
          <p:cNvSpPr txBox="1"/>
          <p:nvPr/>
        </p:nvSpPr>
        <p:spPr>
          <a:xfrm>
            <a:off x="663193" y="4368212"/>
            <a:ext cx="2225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Key Risks &amp; Issues</a:t>
            </a:r>
          </a:p>
        </p:txBody>
      </p:sp>
      <p:pic>
        <p:nvPicPr>
          <p:cNvPr id="22" name="Picture 21" descr="generic finance and marketing icon logo Template | PosterMyWall">
            <a:extLst>
              <a:ext uri="{FF2B5EF4-FFF2-40B4-BE49-F238E27FC236}">
                <a16:creationId xmlns:a16="http://schemas.microsoft.com/office/drawing/2014/main" id="{8CDFF2F5-2C76-E545-AA46-7C8300F6F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485" b="39403"/>
          <a:stretch/>
        </p:blipFill>
        <p:spPr bwMode="auto">
          <a:xfrm>
            <a:off x="3440483" y="128532"/>
            <a:ext cx="1852304" cy="391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C3DE96F7-D401-59FC-6E9B-1C7D05145402}"/>
              </a:ext>
            </a:extLst>
          </p:cNvPr>
          <p:cNvSpPr/>
          <p:nvPr/>
        </p:nvSpPr>
        <p:spPr>
          <a:xfrm>
            <a:off x="11608278" y="128532"/>
            <a:ext cx="198408" cy="189781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8BC6E49-FB17-AF22-397C-217794B8B0FB}"/>
              </a:ext>
            </a:extLst>
          </p:cNvPr>
          <p:cNvSpPr/>
          <p:nvPr/>
        </p:nvSpPr>
        <p:spPr>
          <a:xfrm>
            <a:off x="11351840" y="366246"/>
            <a:ext cx="198408" cy="189781"/>
          </a:xfrm>
          <a:prstGeom prst="ellipse">
            <a:avLst/>
          </a:prstGeom>
          <a:solidFill>
            <a:schemeClr val="accent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312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6534DB-BD58-2BE9-365D-075A2EFA83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194" y="1117440"/>
            <a:ext cx="10515600" cy="530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Review Integration Matrix</a:t>
            </a: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2BF0478-D189-BDC6-2A34-C221621CD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Integration Matrix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EE561C-7B48-D24B-9BB0-53F677FDE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21" y="2151952"/>
            <a:ext cx="11786558" cy="155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994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F3D61-D390-1B01-E178-AB0F6FD9B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C1C0CCC-24BD-7D04-3811-D655EC1EE8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26067"/>
            <a:ext cx="10515600" cy="53020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Review RAID Log: </a:t>
            </a:r>
            <a:r>
              <a:rPr lang="en-US" sz="1600" dirty="0"/>
              <a:t>Risks, Actions, Issues, Decisions</a:t>
            </a: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EAB7E1-8CB0-BBAA-9ADA-939818761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RAID Log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ECE85-9CE5-8D67-76D1-77F4438A6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85708"/>
            <a:ext cx="10069330" cy="3286584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6259215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1297949"/>
      </p:ext>
    </p:extLst>
  </p:cSld>
  <p:clrMapOvr>
    <a:masterClrMapping/>
  </p:clrMapOvr>
</p:sld>
</file>

<file path=ppt/theme/theme1.xml><?xml version="1.0" encoding="utf-8"?>
<a:theme xmlns:a="http://schemas.openxmlformats.org/drawingml/2006/main" name="Karta Template">
  <a:themeElements>
    <a:clrScheme name="Karta Consulting Group">
      <a:dk1>
        <a:srgbClr val="000000"/>
      </a:dk1>
      <a:lt1>
        <a:sysClr val="window" lastClr="FFFFFF"/>
      </a:lt1>
      <a:dk2>
        <a:srgbClr val="34302D"/>
      </a:dk2>
      <a:lt2>
        <a:srgbClr val="979187"/>
      </a:lt2>
      <a:accent1>
        <a:srgbClr val="113A2A"/>
      </a:accent1>
      <a:accent2>
        <a:srgbClr val="2A654E"/>
      </a:accent2>
      <a:accent3>
        <a:srgbClr val="4A748C"/>
      </a:accent3>
      <a:accent4>
        <a:srgbClr val="E5E2D5"/>
      </a:accent4>
      <a:accent5>
        <a:srgbClr val="D9A421"/>
      </a:accent5>
      <a:accent6>
        <a:srgbClr val="5F211B"/>
      </a:accent6>
      <a:hlink>
        <a:srgbClr val="0563C1"/>
      </a:hlink>
      <a:folHlink>
        <a:srgbClr val="954F72"/>
      </a:folHlink>
    </a:clrScheme>
    <a:fontScheme name="Karta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naplan">
  <a:themeElements>
    <a:clrScheme name="Custom 9">
      <a:dk1>
        <a:srgbClr val="000000"/>
      </a:dk1>
      <a:lt1>
        <a:srgbClr val="FFFFFF"/>
      </a:lt1>
      <a:dk2>
        <a:srgbClr val="0B2265"/>
      </a:dk2>
      <a:lt2>
        <a:srgbClr val="1C2345"/>
      </a:lt2>
      <a:accent1>
        <a:srgbClr val="14A687"/>
      </a:accent1>
      <a:accent2>
        <a:srgbClr val="3C67EA"/>
      </a:accent2>
      <a:accent3>
        <a:srgbClr val="5C59C6"/>
      </a:accent3>
      <a:accent4>
        <a:srgbClr val="A136B3"/>
      </a:accent4>
      <a:accent5>
        <a:srgbClr val="FFBB16"/>
      </a:accent5>
      <a:accent6>
        <a:srgbClr val="DB3743"/>
      </a:accent6>
      <a:hlink>
        <a:srgbClr val="14A687"/>
      </a:hlink>
      <a:folHlink>
        <a:srgbClr val="14A6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>
            <a:solidFill>
              <a:schemeClr val="bg1"/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indent="0" algn="l">
          <a:buClr>
            <a:schemeClr val="accent1"/>
          </a:buClr>
          <a:buFont typeface="Arial" panose="020B0604020202020204" pitchFamily="34" charset="0"/>
          <a:buNone/>
          <a:defRPr sz="1600" b="0" dirty="0" err="1" smtClean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aplan" id="{4CAA6598-02B8-994A-A258-05814F96B992}" vid="{EA4A7944-4E0C-C543-AAFA-15667AF0162F}"/>
    </a:ext>
  </a:extLst>
</a:theme>
</file>

<file path=ppt/theme/theme3.xml><?xml version="1.0" encoding="utf-8"?>
<a:theme xmlns:a="http://schemas.openxmlformats.org/drawingml/2006/main" name="2_Anaplan">
  <a:themeElements>
    <a:clrScheme name="Custom 9">
      <a:dk1>
        <a:srgbClr val="000000"/>
      </a:dk1>
      <a:lt1>
        <a:srgbClr val="FFFFFF"/>
      </a:lt1>
      <a:dk2>
        <a:srgbClr val="0B2265"/>
      </a:dk2>
      <a:lt2>
        <a:srgbClr val="1C2345"/>
      </a:lt2>
      <a:accent1>
        <a:srgbClr val="14A687"/>
      </a:accent1>
      <a:accent2>
        <a:srgbClr val="3C67EA"/>
      </a:accent2>
      <a:accent3>
        <a:srgbClr val="5C59C6"/>
      </a:accent3>
      <a:accent4>
        <a:srgbClr val="A136B3"/>
      </a:accent4>
      <a:accent5>
        <a:srgbClr val="FFBB16"/>
      </a:accent5>
      <a:accent6>
        <a:srgbClr val="DB3743"/>
      </a:accent6>
      <a:hlink>
        <a:srgbClr val="14A687"/>
      </a:hlink>
      <a:folHlink>
        <a:srgbClr val="14A6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 sz="1600" dirty="0" err="1">
            <a:solidFill>
              <a:schemeClr val="bg1"/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0" indent="0" algn="l">
          <a:buClr>
            <a:schemeClr val="accent1"/>
          </a:buClr>
          <a:buFont typeface="Arial" panose="020B0604020202020204" pitchFamily="34" charset="0"/>
          <a:buNone/>
          <a:defRPr sz="1600" b="0" dirty="0" err="1" smtClean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aplan" id="{4CAA6598-02B8-994A-A258-05814F96B992}" vid="{EA4A7944-4E0C-C543-AAFA-15667AF0162F}"/>
    </a:ext>
  </a:extLst>
</a:theme>
</file>

<file path=ppt/theme/theme4.xml><?xml version="1.0" encoding="utf-8"?>
<a:theme xmlns:a="http://schemas.openxmlformats.org/drawingml/2006/main" name="3_Anaplan">
  <a:themeElements>
    <a:clrScheme name="Custom 9">
      <a:dk1>
        <a:srgbClr val="000000"/>
      </a:dk1>
      <a:lt1>
        <a:srgbClr val="FFFFFF"/>
      </a:lt1>
      <a:dk2>
        <a:srgbClr val="0B2265"/>
      </a:dk2>
      <a:lt2>
        <a:srgbClr val="1C2345"/>
      </a:lt2>
      <a:accent1>
        <a:srgbClr val="14A687"/>
      </a:accent1>
      <a:accent2>
        <a:srgbClr val="3C67EA"/>
      </a:accent2>
      <a:accent3>
        <a:srgbClr val="5C59C6"/>
      </a:accent3>
      <a:accent4>
        <a:srgbClr val="A136B3"/>
      </a:accent4>
      <a:accent5>
        <a:srgbClr val="FFBB16"/>
      </a:accent5>
      <a:accent6>
        <a:srgbClr val="DB3743"/>
      </a:accent6>
      <a:hlink>
        <a:srgbClr val="14A687"/>
      </a:hlink>
      <a:folHlink>
        <a:srgbClr val="14A6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 sz="1600" dirty="0" err="1" smtClean="0">
            <a:solidFill>
              <a:schemeClr val="bg1"/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accent1"/>
          </a:buClr>
          <a:buFont typeface="Arial" panose="020B0604020202020204" pitchFamily="34" charset="0"/>
          <a:buChar char="•"/>
          <a:defRPr sz="1600" b="0" dirty="0" err="1" smtClean="0">
            <a:solidFill>
              <a:schemeClr val="tx1">
                <a:lumMod val="75000"/>
                <a:lumOff val="25000"/>
              </a:schemeClr>
            </a:solidFill>
            <a:latin typeface="Arial" panose="020B0604020202020204" pitchFamily="34" charset="0"/>
            <a:ea typeface="Verdana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naplan" id="{4CAA6598-02B8-994A-A258-05814F96B992}" vid="{EA4A7944-4E0C-C543-AAFA-15667AF0162F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ea5264c-00c3-4f04-9ce6-750e54d9d904">XNX73PDAMQ7Q-1633054413-14134</_dlc_DocId>
    <_dlc_DocIdUrl xmlns="2ea5264c-00c3-4f04-9ce6-750e54d9d904">
      <Url>https://kartaconsultinggroup.sharepoint.com/sites/KartaConsultingGroupDocuments/_layouts/15/DocIdRedir.aspx?ID=XNX73PDAMQ7Q-1633054413-14134</Url>
      <Description>XNX73PDAMQ7Q-1633054413-14134</Description>
    </_dlc_DocIdUrl>
    <lcf76f155ced4ddcb4097134ff3c332f xmlns="162793bb-c537-4c40-b339-607482feab19">
      <Terms xmlns="http://schemas.microsoft.com/office/infopath/2007/PartnerControls"/>
    </lcf76f155ced4ddcb4097134ff3c332f>
    <TaxCatchAll xmlns="2ea5264c-00c3-4f04-9ce6-750e54d9d904" xsi:nil="true"/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8E9432D6DC1544902FF8BE14C89939" ma:contentTypeVersion="15" ma:contentTypeDescription="Create a new document." ma:contentTypeScope="" ma:versionID="c54fd21e5314515817b3c2d0f25a11a2">
  <xsd:schema xmlns:xsd="http://www.w3.org/2001/XMLSchema" xmlns:xs="http://www.w3.org/2001/XMLSchema" xmlns:p="http://schemas.microsoft.com/office/2006/metadata/properties" xmlns:ns2="2ea5264c-00c3-4f04-9ce6-750e54d9d904" xmlns:ns3="162793bb-c537-4c40-b339-607482feab19" targetNamespace="http://schemas.microsoft.com/office/2006/metadata/properties" ma:root="true" ma:fieldsID="df7a0bfecd102179bd1e71c842265441" ns2:_="" ns3:_="">
    <xsd:import namespace="2ea5264c-00c3-4f04-9ce6-750e54d9d904"/>
    <xsd:import namespace="162793bb-c537-4c40-b339-607482feab19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DateTaken" minOccurs="0"/>
                <xsd:element ref="ns3:MediaServiceSearchProperties" minOccurs="0"/>
                <xsd:element ref="ns2:SharedWithUsers" minOccurs="0"/>
                <xsd:element ref="ns2:SharedWithDetail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ea5264c-00c3-4f04-9ce6-750e54d9d90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9" nillable="true" ma:displayName="Taxonomy Catch All Column" ma:hidden="true" ma:list="{1cb79718-1494-4709-a818-e511493446f8}" ma:internalName="TaxCatchAll" ma:showField="CatchAllData" ma:web="2ea5264c-00c3-4f04-9ce6-750e54d9d9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2793bb-c537-4c40-b339-607482feab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4c2c923-ea9b-41c4-8fc8-3a60a27fd3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4D01FF0-3A32-464F-9F8F-43BAFF4CE50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E858C2-5EB5-4F91-9EA9-2CC9B3C99EA3}">
  <ds:schemaRefs>
    <ds:schemaRef ds:uri="http://schemas.microsoft.com/office/2006/metadata/properties"/>
    <ds:schemaRef ds:uri="http://schemas.microsoft.com/office/infopath/2007/PartnerControls"/>
    <ds:schemaRef ds:uri="2ea5264c-00c3-4f04-9ce6-750e54d9d904"/>
    <ds:schemaRef ds:uri="162793bb-c537-4c40-b339-607482feab19"/>
  </ds:schemaRefs>
</ds:datastoreItem>
</file>

<file path=customXml/itemProps3.xml><?xml version="1.0" encoding="utf-8"?>
<ds:datastoreItem xmlns:ds="http://schemas.openxmlformats.org/officeDocument/2006/customXml" ds:itemID="{43258CA2-8481-4802-BFC2-A91672A17051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96360F6A-6F67-4149-8D5B-8DFDDF5776B4}"/>
</file>

<file path=docProps/app.xml><?xml version="1.0" encoding="utf-8"?>
<Properties xmlns="http://schemas.openxmlformats.org/officeDocument/2006/extended-properties" xmlns:vt="http://schemas.openxmlformats.org/officeDocument/2006/docPropsVTypes">
  <TotalTime>19740</TotalTime>
  <Words>600</Words>
  <Application>Microsoft Office PowerPoint</Application>
  <PresentationFormat>Widescreen</PresentationFormat>
  <Paragraphs>153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Trebuchet MS</vt:lpstr>
      <vt:lpstr>Verdana</vt:lpstr>
      <vt:lpstr>Karta Template</vt:lpstr>
      <vt:lpstr>Anaplan</vt:lpstr>
      <vt:lpstr>2_Anaplan</vt:lpstr>
      <vt:lpstr>3_Anaplan</vt:lpstr>
      <vt:lpstr>PowerPoint Presentation</vt:lpstr>
      <vt:lpstr>Project Goal &amp; Objectives</vt:lpstr>
      <vt:lpstr>Timeline &amp; Resourcing</vt:lpstr>
      <vt:lpstr>Project Status</vt:lpstr>
      <vt:lpstr>Integration Matrix</vt:lpstr>
      <vt:lpstr>RAID Log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 Evans</dc:creator>
  <cp:lastModifiedBy>Duncan McKenna</cp:lastModifiedBy>
  <cp:revision>4</cp:revision>
  <dcterms:created xsi:type="dcterms:W3CDTF">2023-03-19T21:40:02Z</dcterms:created>
  <dcterms:modified xsi:type="dcterms:W3CDTF">2025-08-05T21:54:08Z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0x010100958E9432D6DC1544902FF8BE14C89939</vt:lpwstr>
  </property>
  <property fmtid="{D5CDD505-2E9C-101B-9397-08002B2CF9AE}" pid="3" name="MediaServiceImageTags">
    <vt:lpwstr/>
  </property>
  <property fmtid="{D5CDD505-2E9C-101B-9397-08002B2CF9AE}" pid="4" name="_dlc_DocIdItemGuid">
    <vt:lpwstr>e251c7a7-0a0b-4cb7-8df1-49c35d93b59c</vt:lpwstr>
  </property>
</Properties>
</file>